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3429000" cy="26793825"/>
  <p:notesSz cx="3429000" cy="26793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26793825"/>
          </a:xfrm>
          <a:prstGeom prst="rect">
            <a:avLst/>
          </a:prstGeom>
          <a:solidFill>
            <a:srgbClr val="0B09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429000" cy="3810000"/>
          </a:xfrm>
          <a:prstGeom prst="rect">
            <a:avLst/>
          </a:prstGeom>
          <a:solidFill>
            <a:srgbClr val="140C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3810000"/>
          </a:xfrm>
          <a:prstGeom prst="rect">
            <a:avLst/>
          </a:prstGeom>
        </p:spPr>
      </p:pic>
      <p:sp>
        <p:nvSpPr>
          <p:cNvPr id="5" name="Rectangle"/>
          <p:cNvSpPr/>
          <p:nvPr/>
        </p:nvSpPr>
        <p:spPr>
          <a:xfrm>
            <a:off x="0" y="0"/>
            <a:ext cx="3429000" cy="1714500"/>
          </a:xfrm>
          <a:prstGeom prst="rect">
            <a:avLst/>
          </a:prstGeom>
          <a:gradFill>
            <a:gsLst>
              <a:gs pos="0">
                <a:srgbClr val="0A0808">
                  <a:alpha val="90000"/>
                </a:srgbClr>
              </a:gs>
              <a:gs pos="100000">
                <a:srgbClr val="0A0808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0" y="1619250"/>
            <a:ext cx="3429000" cy="2190750"/>
          </a:xfrm>
          <a:prstGeom prst="rect">
            <a:avLst/>
          </a:prstGeom>
          <a:gradFill>
            <a:gsLst>
              <a:gs pos="0">
                <a:srgbClr val="0A0909">
                  <a:alpha val="0"/>
                </a:srgbClr>
              </a:gs>
              <a:gs pos="100000">
                <a:srgbClr val="0A0909">
                  <a:alpha val="97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8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52400" y="495300"/>
            <a:ext cx="3124200" cy="381000"/>
          </a:xfrm>
          <a:prstGeom prst="roundRect">
            <a:avLst>
              <a:gd name="adj" fmla="val 50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304800" y="600075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搜索你喜欢的短剧</a:t>
            </a:r>
          </a:p>
        </p:txBody>
      </p:sp>
      <p:sp>
        <p:nvSpPr>
          <p:cNvPr id="21" name="Ellipse"/>
          <p:cNvSpPr/>
          <p:nvPr/>
        </p:nvSpPr>
        <p:spPr>
          <a:xfrm>
            <a:off x="3000375" y="628650"/>
            <a:ext cx="100013" cy="100013"/>
          </a:xfrm>
          <a:prstGeom prst="ellipse">
            <a:avLst/>
          </a:prstGeom>
          <a:noFill/>
          <a:ln w="19050">
            <a:solidFill>
              <a:srgbClr val="FFFFFF">
                <a:alpha val="85098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3080032" y="708307"/>
            <a:ext cx="51427" cy="51427"/>
          </a:xfrm>
          <a:custGeom>
            <a:avLst/>
            <a:gdLst/>
            <a:ahLst/>
            <a:cxnLst/>
            <a:rect l="0" t="0" r="r" b="b"/>
            <a:pathLst>
              <a:path w="51427" h="51427">
                <a:moveTo>
                  <a:pt x="16375" y="2905"/>
                </a:moveTo>
                <a:lnTo>
                  <a:pt x="48522" y="35052"/>
                </a:lnTo>
                <a:quadBezTo>
                  <a:pt x="51427" y="37794"/>
                  <a:pt x="51312" y="41787"/>
                </a:quadBezTo>
                <a:quadBezTo>
                  <a:pt x="51427" y="45780"/>
                  <a:pt x="48522" y="48522"/>
                </a:quadBezTo>
                <a:quadBezTo>
                  <a:pt x="45780" y="51427"/>
                  <a:pt x="41787" y="51312"/>
                </a:quadBezTo>
                <a:quadBezTo>
                  <a:pt x="37794" y="51427"/>
                  <a:pt x="35052" y="48522"/>
                </a:quadBezTo>
                <a:lnTo>
                  <a:pt x="2905" y="16375"/>
                </a:ln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close/>
              </a:path>
            </a:pathLst>
          </a:custGeom>
          <a:solidFill>
            <a:srgbClr val="FFFFFF">
              <a:alpha val="85098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7163" y="500063"/>
            <a:ext cx="31146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5240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发现</a:t>
            </a:r>
          </a:p>
        </p:txBody>
      </p:sp>
      <p:sp>
        <p:nvSpPr>
          <p:cNvPr id="25" name="Rectangle"/>
          <p:cNvSpPr/>
          <p:nvPr/>
        </p:nvSpPr>
        <p:spPr>
          <a:xfrm>
            <a:off x="219075" y="1238250"/>
            <a:ext cx="15240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62865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榜单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10490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新剧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58115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英语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05740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亚洲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2533650" y="9906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免费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" y="2343150"/>
            <a:ext cx="1400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F2C97B"/>
                </a:solidFill>
                <a:latin typeface="Noto Sans SC Bold"/>
                <a:ea typeface="Noto Sans SC Bold"/>
                <a:cs typeface="Noto Sans SC Bold"/>
              </a:rPr>
              <a:t>穿成黑帮老大后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52400" y="2609850"/>
            <a:ext cx="16573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我把自己睡了</a:t>
            </a:r>
          </a:p>
        </p:txBody>
      </p:sp>
      <p:sp>
        <p:nvSpPr>
          <p:cNvPr id="33" name="Rectangle"/>
          <p:cNvSpPr/>
          <p:nvPr/>
        </p:nvSpPr>
        <p:spPr>
          <a:xfrm>
            <a:off x="152400" y="3238500"/>
            <a:ext cx="247650" cy="247650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FF593D"/>
              </a:gs>
              <a:gs pos="100000">
                <a:srgbClr val="E8303B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209550" y="3276600"/>
            <a:ext cx="13631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"/>
                <a:ea typeface="Inter"/>
                <a:cs typeface="Inter"/>
              </a:rPr>
              <a:t>M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476250" y="3286125"/>
            <a:ext cx="4680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MiniTV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028700" y="328612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独家</a:t>
            </a:r>
          </a:p>
        </p:txBody>
      </p:sp>
      <p:sp>
        <p:nvSpPr>
          <p:cNvPr id="37" name="Rectangle"/>
          <p:cNvSpPr/>
          <p:nvPr/>
        </p:nvSpPr>
        <p:spPr>
          <a:xfrm>
            <a:off x="2819400" y="1600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0000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3021806" y="1758315"/>
            <a:ext cx="92869" cy="102870"/>
          </a:xfrm>
          <a:custGeom>
            <a:avLst/>
            <a:gdLst/>
            <a:ahLst/>
            <a:cxnLst/>
            <a:rect l="0" t="0" r="r" b="b"/>
            <a:pathLst>
              <a:path w="92869" h="102870">
                <a:moveTo>
                  <a:pt x="0" y="0"/>
                </a:moveTo>
                <a:lnTo>
                  <a:pt x="0" y="102870"/>
                </a:lnTo>
                <a:lnTo>
                  <a:pt x="92869" y="51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2824163" y="1604963"/>
            <a:ext cx="409575" cy="4095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2857500" y="3543300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3048000" y="3543300"/>
            <a:ext cx="571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52400" y="4019550"/>
            <a:ext cx="4572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必看榜</a:t>
            </a:r>
          </a:p>
        </p:txBody>
      </p:sp>
      <p:pic>
        <p:nvPicPr>
          <p:cNvPr id="43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352925"/>
            <a:ext cx="971550" cy="1295400"/>
          </a:xfrm>
          <a:prstGeom prst="rect">
            <a:avLst/>
          </a:prstGeom>
        </p:spPr>
      </p:pic>
      <p:sp>
        <p:nvSpPr>
          <p:cNvPr id="44" name="Rectangle"/>
          <p:cNvSpPr/>
          <p:nvPr/>
        </p:nvSpPr>
        <p:spPr>
          <a:xfrm>
            <a:off x="209550" y="44100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284956" y="4437592"/>
            <a:ext cx="87312" cy="59267"/>
          </a:xfrm>
          <a:custGeom>
            <a:avLst/>
            <a:gdLst/>
            <a:ahLst/>
            <a:cxnLst/>
            <a:rect l="0" t="0" r="r" b="b"/>
            <a:pathLst>
              <a:path w="87312" h="59267">
                <a:moveTo>
                  <a:pt x="0" y="16933"/>
                </a:moveTo>
                <a:lnTo>
                  <a:pt x="21828" y="35983"/>
                </a:lnTo>
                <a:lnTo>
                  <a:pt x="43656" y="0"/>
                </a:lnTo>
                <a:lnTo>
                  <a:pt x="65484" y="35983"/>
                </a:lnTo>
                <a:lnTo>
                  <a:pt x="87312" y="16933"/>
                </a:lnTo>
                <a:lnTo>
                  <a:pt x="78581" y="59267"/>
                </a:lnTo>
                <a:lnTo>
                  <a:pt x="8731" y="59267"/>
                </a:lnTo>
                <a:lnTo>
                  <a:pt x="0" y="169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304800" y="4514850"/>
            <a:ext cx="47374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52400" y="5705475"/>
            <a:ext cx="71381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pic>
        <p:nvPicPr>
          <p:cNvPr id="48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352925"/>
            <a:ext cx="971550" cy="1295400"/>
          </a:xfrm>
          <a:prstGeom prst="rect">
            <a:avLst/>
          </a:prstGeom>
        </p:spPr>
      </p:pic>
      <p:sp>
        <p:nvSpPr>
          <p:cNvPr id="49" name="Rectangle"/>
          <p:cNvSpPr/>
          <p:nvPr/>
        </p:nvSpPr>
        <p:spPr>
          <a:xfrm>
            <a:off x="1276350" y="44100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Path"/>
          <p:cNvSpPr/>
          <p:nvPr/>
        </p:nvSpPr>
        <p:spPr>
          <a:xfrm>
            <a:off x="1351756" y="4437592"/>
            <a:ext cx="87312" cy="59267"/>
          </a:xfrm>
          <a:custGeom>
            <a:avLst/>
            <a:gdLst/>
            <a:ahLst/>
            <a:cxnLst/>
            <a:rect l="0" t="0" r="r" b="b"/>
            <a:pathLst>
              <a:path w="87312" h="59267">
                <a:moveTo>
                  <a:pt x="0" y="16933"/>
                </a:moveTo>
                <a:lnTo>
                  <a:pt x="21828" y="35983"/>
                </a:lnTo>
                <a:lnTo>
                  <a:pt x="43656" y="0"/>
                </a:lnTo>
                <a:lnTo>
                  <a:pt x="65484" y="35983"/>
                </a:lnTo>
                <a:lnTo>
                  <a:pt x="87312" y="16933"/>
                </a:lnTo>
                <a:lnTo>
                  <a:pt x="78581" y="59267"/>
                </a:lnTo>
                <a:lnTo>
                  <a:pt x="8731" y="59267"/>
                </a:lnTo>
                <a:lnTo>
                  <a:pt x="0" y="169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352550" y="4514850"/>
            <a:ext cx="67735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219200" y="5705475"/>
            <a:ext cx="8374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pic>
        <p:nvPicPr>
          <p:cNvPr id="53" name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352925"/>
            <a:ext cx="971550" cy="1295400"/>
          </a:xfrm>
          <a:prstGeom prst="rect">
            <a:avLst/>
          </a:prstGeom>
        </p:spPr>
      </p:pic>
      <p:sp>
        <p:nvSpPr>
          <p:cNvPr id="54" name="Rectangle"/>
          <p:cNvSpPr/>
          <p:nvPr/>
        </p:nvSpPr>
        <p:spPr>
          <a:xfrm>
            <a:off x="2343150" y="4410075"/>
            <a:ext cx="495300" cy="1905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C24A"/>
              </a:gs>
              <a:gs pos="100000">
                <a:srgbClr val="F59E1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2400300" y="4438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1A0F08"/>
                </a:solidFill>
                <a:latin typeface="Noto Sans SC"/>
                <a:ea typeface="Noto Sans SC"/>
                <a:cs typeface="Noto Sans SC"/>
              </a:rPr>
              <a:t>全球首发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2286000" y="5705475"/>
            <a:ext cx="8366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Barefoot Meets Billionaire</a:t>
            </a:r>
          </a:p>
        </p:txBody>
      </p:sp>
      <p:pic>
        <p:nvPicPr>
          <p:cNvPr id="57" name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6124575"/>
            <a:ext cx="971550" cy="1295400"/>
          </a:xfrm>
          <a:prstGeom prst="rect">
            <a:avLst/>
          </a:prstGeom>
        </p:spPr>
      </p:pic>
      <p:sp>
        <p:nvSpPr>
          <p:cNvPr id="58" name="TextBox"/>
          <p:cNvSpPr txBox="1"/>
          <p:nvPr/>
        </p:nvSpPr>
        <p:spPr>
          <a:xfrm>
            <a:off x="152400" y="7477125"/>
            <a:ext cx="70696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Cohabitating Lover</a:t>
            </a:r>
          </a:p>
        </p:txBody>
      </p:sp>
      <p:pic>
        <p:nvPicPr>
          <p:cNvPr id="59" name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6124575"/>
            <a:ext cx="971550" cy="1295400"/>
          </a:xfrm>
          <a:prstGeom prst="rect">
            <a:avLst/>
          </a:prstGeom>
        </p:spPr>
      </p:pic>
      <p:sp>
        <p:nvSpPr>
          <p:cNvPr id="60" name="TextBox"/>
          <p:cNvSpPr txBox="1"/>
          <p:nvPr/>
        </p:nvSpPr>
        <p:spPr>
          <a:xfrm>
            <a:off x="1219200" y="7477125"/>
            <a:ext cx="991721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pic>
        <p:nvPicPr>
          <p:cNvPr id="61" name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6124575"/>
            <a:ext cx="971550" cy="1295400"/>
          </a:xfrm>
          <a:prstGeom prst="rect">
            <a:avLst/>
          </a:prstGeom>
        </p:spPr>
      </p:pic>
      <p:sp>
        <p:nvSpPr>
          <p:cNvPr id="62" name="TextBox"/>
          <p:cNvSpPr txBox="1"/>
          <p:nvPr/>
        </p:nvSpPr>
        <p:spPr>
          <a:xfrm>
            <a:off x="2286000" y="7477125"/>
            <a:ext cx="95877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sp>
        <p:nvSpPr>
          <p:cNvPr id="63" name="Path"/>
          <p:cNvSpPr/>
          <p:nvPr/>
        </p:nvSpPr>
        <p:spPr>
          <a:xfrm>
            <a:off x="2556272" y="8061127"/>
            <a:ext cx="278606" cy="301823"/>
          </a:xfrm>
          <a:custGeom>
            <a:avLst/>
            <a:gdLst/>
            <a:ahLst/>
            <a:cxnLst/>
            <a:rect l="0" t="0" r="r" b="b"/>
            <a:pathLst>
              <a:path w="278606" h="301823">
                <a:moveTo>
                  <a:pt x="0" y="0"/>
                </a:moveTo>
                <a:lnTo>
                  <a:pt x="278606" y="0"/>
                </a:lnTo>
                <a:lnTo>
                  <a:pt x="278606" y="162520"/>
                </a:lnTo>
                <a:cubicBezTo>
                  <a:pt x="278606" y="200988"/>
                  <a:pt x="265006" y="233822"/>
                  <a:pt x="237805" y="261022"/>
                </a:cubicBezTo>
                <a:cubicBezTo>
                  <a:pt x="210605" y="288223"/>
                  <a:pt x="177771" y="301823"/>
                  <a:pt x="139303" y="301823"/>
                </a:cubicBezTo>
                <a:cubicBezTo>
                  <a:pt x="100836" y="301823"/>
                  <a:pt x="68002" y="288223"/>
                  <a:pt x="40801" y="261022"/>
                </a:cubicBezTo>
                <a:cubicBezTo>
                  <a:pt x="13600" y="233822"/>
                  <a:pt x="0" y="200988"/>
                  <a:pt x="0" y="162520"/>
                </a:cubicBezTo>
                <a:lnTo>
                  <a:pt x="0" y="0"/>
                </a:lnTo>
                <a:close/>
              </a:path>
            </a:pathLst>
          </a:custGeom>
          <a:solidFill>
            <a:srgbClr val="F5B942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Path"/>
          <p:cNvSpPr/>
          <p:nvPr/>
        </p:nvSpPr>
        <p:spPr>
          <a:xfrm>
            <a:off x="2444353" y="8088511"/>
            <a:ext cx="502444" cy="130969"/>
          </a:xfrm>
          <a:custGeom>
            <a:avLst/>
            <a:gdLst/>
            <a:ahLst/>
            <a:cxnLst/>
            <a:rect l="0" t="0" r="r" b="b"/>
            <a:pathLst>
              <a:path w="502444" h="130969">
                <a:moveTo>
                  <a:pt x="40415" y="38100"/>
                </a:moveTo>
                <a:quadBezTo>
                  <a:pt x="45174" y="56701"/>
                  <a:pt x="59721" y="71248"/>
                </a:quadBezTo>
                <a:quadBezTo>
                  <a:pt x="81342" y="92869"/>
                  <a:pt x="111919" y="92869"/>
                </a:quadBezTo>
                <a:lnTo>
                  <a:pt x="111919" y="130969"/>
                </a:lnTo>
                <a:quadBezTo>
                  <a:pt x="65561" y="130969"/>
                  <a:pt x="32780" y="98188"/>
                </a:quadBezTo>
                <a:quadBezTo>
                  <a:pt x="0" y="65408"/>
                  <a:pt x="0" y="19050"/>
                </a:quadBezTo>
                <a:lnTo>
                  <a:pt x="0" y="0"/>
                </a:lnTo>
                <a:lnTo>
                  <a:pt x="111919" y="0"/>
                </a:lnTo>
                <a:lnTo>
                  <a:pt x="111919" y="38100"/>
                </a:lnTo>
                <a:lnTo>
                  <a:pt x="40415" y="38100"/>
                </a:lnTo>
                <a:close/>
                <a:moveTo>
                  <a:pt x="390525" y="0"/>
                </a:moveTo>
                <a:lnTo>
                  <a:pt x="502444" y="0"/>
                </a:lnTo>
                <a:lnTo>
                  <a:pt x="502444" y="19050"/>
                </a:lnTo>
                <a:quadBezTo>
                  <a:pt x="502444" y="65408"/>
                  <a:pt x="469663" y="98189"/>
                </a:quadBezTo>
                <a:quadBezTo>
                  <a:pt x="436883" y="130969"/>
                  <a:pt x="390525" y="130969"/>
                </a:quadBezTo>
                <a:lnTo>
                  <a:pt x="390525" y="92869"/>
                </a:lnTo>
                <a:quadBezTo>
                  <a:pt x="421102" y="92869"/>
                  <a:pt x="442723" y="71248"/>
                </a:quadBezTo>
                <a:quadBezTo>
                  <a:pt x="457270" y="56701"/>
                  <a:pt x="462029" y="38100"/>
                </a:quadBezTo>
                <a:lnTo>
                  <a:pt x="390525" y="38100"/>
                </a:lnTo>
                <a:lnTo>
                  <a:pt x="390525" y="0"/>
                </a:lnTo>
                <a:close/>
              </a:path>
            </a:pathLst>
          </a:custGeom>
          <a:solidFill>
            <a:srgbClr val="F5B942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2649141" y="8362950"/>
            <a:ext cx="92869" cy="116086"/>
          </a:xfrm>
          <a:prstGeom prst="rect">
            <a:avLst/>
          </a:prstGeom>
          <a:solidFill>
            <a:srgbClr val="F5B942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Path"/>
          <p:cNvSpPr/>
          <p:nvPr/>
        </p:nvSpPr>
        <p:spPr>
          <a:xfrm>
            <a:off x="2509838" y="8525470"/>
            <a:ext cx="371475" cy="69652"/>
          </a:xfrm>
          <a:custGeom>
            <a:avLst/>
            <a:gdLst/>
            <a:ahLst/>
            <a:cxnLst/>
            <a:rect l="0" t="0" r="r" b="b"/>
            <a:pathLst>
              <a:path w="371475" h="69652">
                <a:moveTo>
                  <a:pt x="23217" y="0"/>
                </a:moveTo>
                <a:lnTo>
                  <a:pt x="348258" y="0"/>
                </a:lnTo>
                <a:cubicBezTo>
                  <a:pt x="354669" y="0"/>
                  <a:pt x="360141" y="2267"/>
                  <a:pt x="364675" y="6800"/>
                </a:cubicBezTo>
                <a:cubicBezTo>
                  <a:pt x="369208" y="11334"/>
                  <a:pt x="371475" y="16806"/>
                  <a:pt x="371475" y="23217"/>
                </a:cubicBezTo>
                <a:lnTo>
                  <a:pt x="371475" y="69652"/>
                </a:lnTo>
                <a:lnTo>
                  <a:pt x="0" y="69652"/>
                </a:lnTo>
                <a:lnTo>
                  <a:pt x="0" y="23217"/>
                </a:lnTo>
                <a:cubicBezTo>
                  <a:pt x="0" y="16806"/>
                  <a:pt x="2267" y="11334"/>
                  <a:pt x="6800" y="6800"/>
                </a:cubicBezTo>
                <a:cubicBezTo>
                  <a:pt x="11334" y="2267"/>
                  <a:pt x="16806" y="0"/>
                  <a:pt x="23217" y="0"/>
                </a:cubicBezTo>
                <a:close/>
              </a:path>
            </a:pathLst>
          </a:custGeom>
          <a:solidFill>
            <a:srgbClr val="F5B942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152400" y="8001000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最受欢迎榜</a:t>
            </a:r>
          </a:p>
        </p:txBody>
      </p:sp>
      <p:sp>
        <p:nvSpPr>
          <p:cNvPr id="68" name="Path"/>
          <p:cNvSpPr/>
          <p:nvPr/>
        </p:nvSpPr>
        <p:spPr>
          <a:xfrm>
            <a:off x="3169782" y="8049757"/>
            <a:ext cx="67586" cy="112036"/>
          </a:xfrm>
          <a:custGeom>
            <a:avLst/>
            <a:gdLst/>
            <a:ahLst/>
            <a:cxnLst/>
            <a:rect l="0" t="0" r="r" b="b"/>
            <a:pathLst>
              <a:path w="67586" h="112036">
                <a:moveTo>
                  <a:pt x="19650" y="3486"/>
                </a:moveTo>
                <a:lnTo>
                  <a:pt x="64100" y="47936"/>
                </a:lnTo>
                <a:quadBezTo>
                  <a:pt x="67586" y="51226"/>
                  <a:pt x="67448" y="56018"/>
                </a:quadBezTo>
                <a:quadBezTo>
                  <a:pt x="67586" y="60810"/>
                  <a:pt x="64100" y="64100"/>
                </a:quadBezTo>
                <a:lnTo>
                  <a:pt x="19650" y="108550"/>
                </a:lnTo>
                <a:quadBezTo>
                  <a:pt x="16360" y="112036"/>
                  <a:pt x="11568" y="111898"/>
                </a:quadBezTo>
                <a:quadBezTo>
                  <a:pt x="6776" y="112036"/>
                  <a:pt x="3486" y="108550"/>
                </a:quadBezTo>
                <a:quadBezTo>
                  <a:pt x="0" y="105259"/>
                  <a:pt x="138" y="100468"/>
                </a:quadBezTo>
                <a:quadBezTo>
                  <a:pt x="0" y="95676"/>
                  <a:pt x="3486" y="92386"/>
                </a:quadBezTo>
                <a:lnTo>
                  <a:pt x="39853" y="56018"/>
                </a:lnTo>
                <a:lnTo>
                  <a:pt x="3486" y="19650"/>
                </a:lnTo>
                <a:quadBezTo>
                  <a:pt x="0" y="16360"/>
                  <a:pt x="138" y="11568"/>
                </a:quadBezTo>
                <a:quadBezTo>
                  <a:pt x="0" y="6776"/>
                  <a:pt x="3486" y="3486"/>
                </a:quadBezTo>
                <a:quadBezTo>
                  <a:pt x="6776" y="0"/>
                  <a:pt x="11568" y="138"/>
                </a:quadBezTo>
                <a:quadBezTo>
                  <a:pt x="16360" y="0"/>
                  <a:pt x="19650" y="3486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152400" y="8334375"/>
            <a:ext cx="2857500" cy="1143000"/>
          </a:xfrm>
          <a:prstGeom prst="roundRect">
            <a:avLst>
              <a:gd name="adj" fmla="val 11666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"/>
          <p:cNvPicPr>
            <a:picLocks noChangeAspect="1"/>
          </p:cNvPicPr>
          <p:nvPr/>
        </p:nvPicPr>
        <p:blipFill>
          <a:blip r:embed="rId3"/>
          <a:srcRect l="667" r="667"/>
          <a:stretch>
            <a:fillRect/>
          </a:stretch>
        </p:blipFill>
        <p:spPr>
          <a:xfrm>
            <a:off x="247650" y="8429625"/>
            <a:ext cx="704850" cy="952500"/>
          </a:xfrm>
          <a:prstGeom prst="rect">
            <a:avLst/>
          </a:prstGeom>
        </p:spPr>
      </p:pic>
      <p:sp>
        <p:nvSpPr>
          <p:cNvPr id="71" name="Rectangle"/>
          <p:cNvSpPr/>
          <p:nvPr/>
        </p:nvSpPr>
        <p:spPr>
          <a:xfrm>
            <a:off x="285750" y="846772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Path"/>
          <p:cNvSpPr/>
          <p:nvPr/>
        </p:nvSpPr>
        <p:spPr>
          <a:xfrm>
            <a:off x="361156" y="8495242"/>
            <a:ext cx="87312" cy="59267"/>
          </a:xfrm>
          <a:custGeom>
            <a:avLst/>
            <a:gdLst/>
            <a:ahLst/>
            <a:cxnLst/>
            <a:rect l="0" t="0" r="r" b="b"/>
            <a:pathLst>
              <a:path w="87312" h="59267">
                <a:moveTo>
                  <a:pt x="0" y="16933"/>
                </a:moveTo>
                <a:lnTo>
                  <a:pt x="21828" y="35983"/>
                </a:lnTo>
                <a:lnTo>
                  <a:pt x="43656" y="0"/>
                </a:lnTo>
                <a:lnTo>
                  <a:pt x="65484" y="35983"/>
                </a:lnTo>
                <a:lnTo>
                  <a:pt x="87312" y="16933"/>
                </a:lnTo>
                <a:lnTo>
                  <a:pt x="78581" y="59267"/>
                </a:lnTo>
                <a:lnTo>
                  <a:pt x="8731" y="59267"/>
                </a:lnTo>
                <a:lnTo>
                  <a:pt x="0" y="169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381000" y="8572500"/>
            <a:ext cx="47374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1066800" y="8429625"/>
            <a:ext cx="172189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1066800" y="864870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总共74集</a:t>
            </a:r>
          </a:p>
        </p:txBody>
      </p:sp>
      <p:sp>
        <p:nvSpPr>
          <p:cNvPr id="76" name="Path"/>
          <p:cNvSpPr/>
          <p:nvPr/>
        </p:nvSpPr>
        <p:spPr>
          <a:xfrm>
            <a:off x="2369147" y="868680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Path"/>
          <p:cNvSpPr/>
          <p:nvPr/>
        </p:nvSpPr>
        <p:spPr>
          <a:xfrm>
            <a:off x="2368132" y="871632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"/>
          <p:cNvSpPr txBox="1"/>
          <p:nvPr/>
        </p:nvSpPr>
        <p:spPr>
          <a:xfrm>
            <a:off x="2486025" y="8667750"/>
            <a:ext cx="426927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252.06K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1066800" y="8848725"/>
            <a:ext cx="1810931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After three years of giving up her career as a legendary lawyer to support her husband's rise to fa…</a:t>
            </a:r>
          </a:p>
        </p:txBody>
      </p:sp>
      <p:sp>
        <p:nvSpPr>
          <p:cNvPr id="80" name="Rectangle"/>
          <p:cNvSpPr/>
          <p:nvPr/>
        </p:nvSpPr>
        <p:spPr>
          <a:xfrm>
            <a:off x="1066800" y="91821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"/>
          <p:cNvSpPr txBox="1"/>
          <p:nvPr/>
        </p:nvSpPr>
        <p:spPr>
          <a:xfrm>
            <a:off x="1133475" y="92106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剧情</a:t>
            </a:r>
          </a:p>
        </p:txBody>
      </p:sp>
      <p:sp>
        <p:nvSpPr>
          <p:cNvPr id="82" name="Rectangle"/>
          <p:cNvSpPr/>
          <p:nvPr/>
        </p:nvSpPr>
        <p:spPr>
          <a:xfrm>
            <a:off x="1447800" y="91821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1514475" y="92106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虐恋</a:t>
            </a:r>
          </a:p>
        </p:txBody>
      </p:sp>
      <p:sp>
        <p:nvSpPr>
          <p:cNvPr id="84" name="Rectangle"/>
          <p:cNvSpPr/>
          <p:nvPr/>
        </p:nvSpPr>
        <p:spPr>
          <a:xfrm>
            <a:off x="1828800" y="9182100"/>
            <a:ext cx="43815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"/>
          <p:cNvSpPr txBox="1"/>
          <p:nvPr/>
        </p:nvSpPr>
        <p:spPr>
          <a:xfrm>
            <a:off x="1895475" y="9210675"/>
            <a:ext cx="30003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女强人</a:t>
            </a:r>
          </a:p>
        </p:txBody>
      </p:sp>
      <p:sp>
        <p:nvSpPr>
          <p:cNvPr id="86" name="Rectangle"/>
          <p:cNvSpPr/>
          <p:nvPr/>
        </p:nvSpPr>
        <p:spPr>
          <a:xfrm>
            <a:off x="157163" y="8339138"/>
            <a:ext cx="2847975" cy="1133475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"/>
          <p:cNvSpPr/>
          <p:nvPr/>
        </p:nvSpPr>
        <p:spPr>
          <a:xfrm>
            <a:off x="152400" y="9572625"/>
            <a:ext cx="2857500" cy="1143000"/>
          </a:xfrm>
          <a:prstGeom prst="roundRect">
            <a:avLst>
              <a:gd name="adj" fmla="val 11666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"/>
          <p:cNvPicPr>
            <a:picLocks noChangeAspect="1"/>
          </p:cNvPicPr>
          <p:nvPr/>
        </p:nvPicPr>
        <p:blipFill>
          <a:blip r:embed="rId4"/>
          <a:srcRect l="667" r="667"/>
          <a:stretch>
            <a:fillRect/>
          </a:stretch>
        </p:blipFill>
        <p:spPr>
          <a:xfrm>
            <a:off x="247650" y="9667875"/>
            <a:ext cx="704850" cy="952500"/>
          </a:xfrm>
          <a:prstGeom prst="rect">
            <a:avLst/>
          </a:prstGeom>
        </p:spPr>
      </p:pic>
      <p:sp>
        <p:nvSpPr>
          <p:cNvPr id="89" name="Rectangle"/>
          <p:cNvSpPr/>
          <p:nvPr/>
        </p:nvSpPr>
        <p:spPr>
          <a:xfrm>
            <a:off x="285750" y="97059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Path"/>
          <p:cNvSpPr/>
          <p:nvPr/>
        </p:nvSpPr>
        <p:spPr>
          <a:xfrm>
            <a:off x="361156" y="9733492"/>
            <a:ext cx="87312" cy="59267"/>
          </a:xfrm>
          <a:custGeom>
            <a:avLst/>
            <a:gdLst/>
            <a:ahLst/>
            <a:cxnLst/>
            <a:rect l="0" t="0" r="r" b="b"/>
            <a:pathLst>
              <a:path w="87312" h="59267">
                <a:moveTo>
                  <a:pt x="0" y="16933"/>
                </a:moveTo>
                <a:lnTo>
                  <a:pt x="21828" y="35983"/>
                </a:lnTo>
                <a:lnTo>
                  <a:pt x="43656" y="0"/>
                </a:lnTo>
                <a:lnTo>
                  <a:pt x="65484" y="35983"/>
                </a:lnTo>
                <a:lnTo>
                  <a:pt x="87312" y="16933"/>
                </a:lnTo>
                <a:lnTo>
                  <a:pt x="78581" y="59267"/>
                </a:lnTo>
                <a:lnTo>
                  <a:pt x="8731" y="59267"/>
                </a:lnTo>
                <a:lnTo>
                  <a:pt x="0" y="169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361950" y="9810750"/>
            <a:ext cx="67735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1066800" y="9667875"/>
            <a:ext cx="158177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93" name="TextBox"/>
          <p:cNvSpPr txBox="1"/>
          <p:nvPr/>
        </p:nvSpPr>
        <p:spPr>
          <a:xfrm>
            <a:off x="1066800" y="988695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总共70集</a:t>
            </a:r>
          </a:p>
        </p:txBody>
      </p:sp>
      <p:sp>
        <p:nvSpPr>
          <p:cNvPr id="94" name="Path"/>
          <p:cNvSpPr/>
          <p:nvPr/>
        </p:nvSpPr>
        <p:spPr>
          <a:xfrm>
            <a:off x="2464396" y="992505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Path"/>
          <p:cNvSpPr/>
          <p:nvPr/>
        </p:nvSpPr>
        <p:spPr>
          <a:xfrm>
            <a:off x="2463382" y="995457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2581275" y="9906000"/>
            <a:ext cx="33151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176.8K</a:t>
            </a:r>
          </a:p>
        </p:txBody>
      </p:sp>
      <p:sp>
        <p:nvSpPr>
          <p:cNvPr id="97" name="TextBox"/>
          <p:cNvSpPr txBox="1"/>
          <p:nvPr/>
        </p:nvSpPr>
        <p:spPr>
          <a:xfrm>
            <a:off x="1066800" y="10086975"/>
            <a:ext cx="184802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For fifteen years, I was their adopted son; I married their daughter. Then, a twist of fate ch…</a:t>
            </a:r>
          </a:p>
        </p:txBody>
      </p:sp>
      <p:sp>
        <p:nvSpPr>
          <p:cNvPr id="98" name="Rectangle"/>
          <p:cNvSpPr/>
          <p:nvPr/>
        </p:nvSpPr>
        <p:spPr>
          <a:xfrm>
            <a:off x="1066800" y="104203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"/>
          <p:cNvSpPr txBox="1"/>
          <p:nvPr/>
        </p:nvSpPr>
        <p:spPr>
          <a:xfrm>
            <a:off x="1133475" y="104489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复仇</a:t>
            </a:r>
          </a:p>
        </p:txBody>
      </p:sp>
      <p:sp>
        <p:nvSpPr>
          <p:cNvPr id="100" name="Rectangle"/>
          <p:cNvSpPr/>
          <p:nvPr/>
        </p:nvSpPr>
        <p:spPr>
          <a:xfrm>
            <a:off x="1447800" y="104203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1514475" y="104489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重生</a:t>
            </a:r>
          </a:p>
        </p:txBody>
      </p:sp>
      <p:sp>
        <p:nvSpPr>
          <p:cNvPr id="102" name="Rectangle"/>
          <p:cNvSpPr/>
          <p:nvPr/>
        </p:nvSpPr>
        <p:spPr>
          <a:xfrm>
            <a:off x="1828800" y="104203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Box"/>
          <p:cNvSpPr txBox="1"/>
          <p:nvPr/>
        </p:nvSpPr>
        <p:spPr>
          <a:xfrm>
            <a:off x="1895475" y="104489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sp>
        <p:nvSpPr>
          <p:cNvPr id="104" name="Rectangle"/>
          <p:cNvSpPr/>
          <p:nvPr/>
        </p:nvSpPr>
        <p:spPr>
          <a:xfrm>
            <a:off x="157163" y="9577388"/>
            <a:ext cx="2847975" cy="1133475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"/>
          <p:cNvSpPr/>
          <p:nvPr/>
        </p:nvSpPr>
        <p:spPr>
          <a:xfrm>
            <a:off x="152400" y="10810875"/>
            <a:ext cx="2857500" cy="1171575"/>
          </a:xfrm>
          <a:prstGeom prst="roundRect">
            <a:avLst>
              <a:gd name="adj" fmla="val 11382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6" name="Image"/>
          <p:cNvPicPr>
            <a:picLocks noChangeAspect="1"/>
          </p:cNvPicPr>
          <p:nvPr/>
        </p:nvPicPr>
        <p:blipFill>
          <a:blip r:embed="rId9"/>
          <a:srcRect l="667" r="667"/>
          <a:stretch>
            <a:fillRect/>
          </a:stretch>
        </p:blipFill>
        <p:spPr>
          <a:xfrm>
            <a:off x="247650" y="10906125"/>
            <a:ext cx="704850" cy="952500"/>
          </a:xfrm>
          <a:prstGeom prst="rect">
            <a:avLst/>
          </a:prstGeom>
        </p:spPr>
      </p:pic>
      <p:sp>
        <p:nvSpPr>
          <p:cNvPr id="107" name="Rectangle"/>
          <p:cNvSpPr/>
          <p:nvPr/>
        </p:nvSpPr>
        <p:spPr>
          <a:xfrm>
            <a:off x="285750" y="1094422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Path"/>
          <p:cNvSpPr/>
          <p:nvPr/>
        </p:nvSpPr>
        <p:spPr>
          <a:xfrm>
            <a:off x="361156" y="10971742"/>
            <a:ext cx="87312" cy="59267"/>
          </a:xfrm>
          <a:custGeom>
            <a:avLst/>
            <a:gdLst/>
            <a:ahLst/>
            <a:cxnLst/>
            <a:rect l="0" t="0" r="r" b="b"/>
            <a:pathLst>
              <a:path w="87312" h="59267">
                <a:moveTo>
                  <a:pt x="0" y="16933"/>
                </a:moveTo>
                <a:lnTo>
                  <a:pt x="21828" y="35983"/>
                </a:lnTo>
                <a:lnTo>
                  <a:pt x="43656" y="0"/>
                </a:lnTo>
                <a:lnTo>
                  <a:pt x="65484" y="35983"/>
                </a:lnTo>
                <a:lnTo>
                  <a:pt x="87312" y="16933"/>
                </a:lnTo>
                <a:lnTo>
                  <a:pt x="78581" y="59267"/>
                </a:lnTo>
                <a:lnTo>
                  <a:pt x="8731" y="59267"/>
                </a:lnTo>
                <a:lnTo>
                  <a:pt x="0" y="169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"/>
          <p:cNvSpPr txBox="1"/>
          <p:nvPr/>
        </p:nvSpPr>
        <p:spPr>
          <a:xfrm>
            <a:off x="361950" y="11049000"/>
            <a:ext cx="70089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1066800" y="10906125"/>
            <a:ext cx="17335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1050">
                <a:solidFill>
                  <a:srgbClr val="F5EEEE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1066800" y="1129665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总共64集</a:t>
            </a:r>
          </a:p>
        </p:txBody>
      </p:sp>
      <p:sp>
        <p:nvSpPr>
          <p:cNvPr id="112" name="Path"/>
          <p:cNvSpPr/>
          <p:nvPr/>
        </p:nvSpPr>
        <p:spPr>
          <a:xfrm>
            <a:off x="2492971" y="1133475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2491957" y="1136427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2609850" y="11315700"/>
            <a:ext cx="301382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1.03M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1066800" y="11496675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父亲离世，巨额遗产引发暗潮…</a:t>
            </a:r>
          </a:p>
        </p:txBody>
      </p:sp>
      <p:sp>
        <p:nvSpPr>
          <p:cNvPr id="116" name="Rectangle"/>
          <p:cNvSpPr/>
          <p:nvPr/>
        </p:nvSpPr>
        <p:spPr>
          <a:xfrm>
            <a:off x="1066800" y="116871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"/>
          <p:cNvSpPr txBox="1"/>
          <p:nvPr/>
        </p:nvSpPr>
        <p:spPr>
          <a:xfrm>
            <a:off x="1133475" y="117157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118" name="Rectangle"/>
          <p:cNvSpPr/>
          <p:nvPr/>
        </p:nvSpPr>
        <p:spPr>
          <a:xfrm>
            <a:off x="1447800" y="1168717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1514475" y="11715750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灵魂互换</a:t>
            </a:r>
          </a:p>
        </p:txBody>
      </p:sp>
      <p:sp>
        <p:nvSpPr>
          <p:cNvPr id="120" name="Rectangle"/>
          <p:cNvSpPr/>
          <p:nvPr/>
        </p:nvSpPr>
        <p:spPr>
          <a:xfrm>
            <a:off x="2028825" y="11687175"/>
            <a:ext cx="6381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"/>
          <p:cNvSpPr txBox="1"/>
          <p:nvPr/>
        </p:nvSpPr>
        <p:spPr>
          <a:xfrm>
            <a:off x="2095500" y="11715750"/>
            <a:ext cx="50006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追妻火葬场</a:t>
            </a:r>
          </a:p>
        </p:txBody>
      </p:sp>
      <p:sp>
        <p:nvSpPr>
          <p:cNvPr id="122" name="Rectangle"/>
          <p:cNvSpPr/>
          <p:nvPr/>
        </p:nvSpPr>
        <p:spPr>
          <a:xfrm>
            <a:off x="157163" y="10815638"/>
            <a:ext cx="2847975" cy="1162050"/>
          </a:xfrm>
          <a:prstGeom prst="roundRect">
            <a:avLst>
              <a:gd name="adj" fmla="val 11065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"/>
          <p:cNvSpPr/>
          <p:nvPr/>
        </p:nvSpPr>
        <p:spPr>
          <a:xfrm>
            <a:off x="3143250" y="8334375"/>
            <a:ext cx="2857500" cy="1314450"/>
          </a:xfrm>
          <a:prstGeom prst="roundRect">
            <a:avLst>
              <a:gd name="adj" fmla="val 10144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4" name="Image"/>
          <p:cNvPicPr>
            <a:picLocks noChangeAspect="1"/>
          </p:cNvPicPr>
          <p:nvPr/>
        </p:nvPicPr>
        <p:blipFill>
          <a:blip r:embed="rId7"/>
          <a:srcRect l="667" r="667"/>
          <a:stretch>
            <a:fillRect/>
          </a:stretch>
        </p:blipFill>
        <p:spPr>
          <a:xfrm>
            <a:off x="3238500" y="8429625"/>
            <a:ext cx="704850" cy="952500"/>
          </a:xfrm>
          <a:prstGeom prst="rect">
            <a:avLst/>
          </a:prstGeom>
        </p:spPr>
      </p:pic>
      <p:sp>
        <p:nvSpPr>
          <p:cNvPr id="125" name="Rectangle"/>
          <p:cNvSpPr/>
          <p:nvPr/>
        </p:nvSpPr>
        <p:spPr>
          <a:xfrm>
            <a:off x="3276600" y="846772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2A24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"/>
          <p:cNvSpPr txBox="1"/>
          <p:nvPr/>
        </p:nvSpPr>
        <p:spPr>
          <a:xfrm>
            <a:off x="3352800" y="8534400"/>
            <a:ext cx="73568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B9B0B0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4057650" y="8429625"/>
            <a:ext cx="185146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128" name="TextBox"/>
          <p:cNvSpPr txBox="1"/>
          <p:nvPr/>
        </p:nvSpPr>
        <p:spPr>
          <a:xfrm>
            <a:off x="4057650" y="882015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总共55集</a:t>
            </a:r>
          </a:p>
        </p:txBody>
      </p:sp>
      <p:sp>
        <p:nvSpPr>
          <p:cNvPr id="129" name="Path"/>
          <p:cNvSpPr/>
          <p:nvPr/>
        </p:nvSpPr>
        <p:spPr>
          <a:xfrm>
            <a:off x="5379047" y="885825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Path"/>
          <p:cNvSpPr/>
          <p:nvPr/>
        </p:nvSpPr>
        <p:spPr>
          <a:xfrm>
            <a:off x="5378032" y="888777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"/>
          <p:cNvSpPr txBox="1"/>
          <p:nvPr/>
        </p:nvSpPr>
        <p:spPr>
          <a:xfrm>
            <a:off x="5495925" y="8839200"/>
            <a:ext cx="40518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591.33K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4057650" y="9020175"/>
            <a:ext cx="1791967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The incognito genius chef Evelyn hid her identity until the day h…</a:t>
            </a:r>
          </a:p>
        </p:txBody>
      </p:sp>
      <p:sp>
        <p:nvSpPr>
          <p:cNvPr id="133" name="Rectangle"/>
          <p:cNvSpPr/>
          <p:nvPr/>
        </p:nvSpPr>
        <p:spPr>
          <a:xfrm>
            <a:off x="4057650" y="93535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Box"/>
          <p:cNvSpPr txBox="1"/>
          <p:nvPr/>
        </p:nvSpPr>
        <p:spPr>
          <a:xfrm>
            <a:off x="4124325" y="93821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爱情</a:t>
            </a:r>
          </a:p>
        </p:txBody>
      </p:sp>
      <p:sp>
        <p:nvSpPr>
          <p:cNvPr id="135" name="Rectangle"/>
          <p:cNvSpPr/>
          <p:nvPr/>
        </p:nvSpPr>
        <p:spPr>
          <a:xfrm>
            <a:off x="4438650" y="93535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Box"/>
          <p:cNvSpPr txBox="1"/>
          <p:nvPr/>
        </p:nvSpPr>
        <p:spPr>
          <a:xfrm>
            <a:off x="4505325" y="93821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sp>
        <p:nvSpPr>
          <p:cNvPr id="137" name="Rectangle"/>
          <p:cNvSpPr/>
          <p:nvPr/>
        </p:nvSpPr>
        <p:spPr>
          <a:xfrm>
            <a:off x="5019675" y="93535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Box"/>
          <p:cNvSpPr txBox="1"/>
          <p:nvPr/>
        </p:nvSpPr>
        <p:spPr>
          <a:xfrm>
            <a:off x="5086350" y="93821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甜宠</a:t>
            </a:r>
          </a:p>
        </p:txBody>
      </p:sp>
      <p:sp>
        <p:nvSpPr>
          <p:cNvPr id="139" name="Rectangle"/>
          <p:cNvSpPr/>
          <p:nvPr/>
        </p:nvSpPr>
        <p:spPr>
          <a:xfrm>
            <a:off x="3148013" y="8339138"/>
            <a:ext cx="2847975" cy="1304925"/>
          </a:xfrm>
          <a:prstGeom prst="roundRect">
            <a:avLst>
              <a:gd name="adj" fmla="val 985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0" name="Rectangle"/>
          <p:cNvSpPr/>
          <p:nvPr/>
        </p:nvSpPr>
        <p:spPr>
          <a:xfrm>
            <a:off x="3143250" y="9744075"/>
            <a:ext cx="2857500" cy="1143000"/>
          </a:xfrm>
          <a:prstGeom prst="roundRect">
            <a:avLst>
              <a:gd name="adj" fmla="val 11666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1" name="Image"/>
          <p:cNvPicPr>
            <a:picLocks noChangeAspect="1"/>
          </p:cNvPicPr>
          <p:nvPr/>
        </p:nvPicPr>
        <p:blipFill>
          <a:blip r:embed="rId5"/>
          <a:srcRect l="667" r="667"/>
          <a:stretch>
            <a:fillRect/>
          </a:stretch>
        </p:blipFill>
        <p:spPr>
          <a:xfrm>
            <a:off x="3238500" y="9839325"/>
            <a:ext cx="704850" cy="952500"/>
          </a:xfrm>
          <a:prstGeom prst="rect">
            <a:avLst/>
          </a:prstGeom>
        </p:spPr>
      </p:pic>
      <p:sp>
        <p:nvSpPr>
          <p:cNvPr id="142" name="Rectangle"/>
          <p:cNvSpPr/>
          <p:nvPr/>
        </p:nvSpPr>
        <p:spPr>
          <a:xfrm>
            <a:off x="3276600" y="987742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2A24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Box"/>
          <p:cNvSpPr txBox="1"/>
          <p:nvPr/>
        </p:nvSpPr>
        <p:spPr>
          <a:xfrm>
            <a:off x="3352800" y="9944100"/>
            <a:ext cx="67735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B9B0B0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4057650" y="9839325"/>
            <a:ext cx="16467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Barefoot Meets Billionaire</a:t>
            </a:r>
          </a:p>
        </p:txBody>
      </p:sp>
      <p:sp>
        <p:nvSpPr>
          <p:cNvPr id="145" name="TextBox"/>
          <p:cNvSpPr txBox="1"/>
          <p:nvPr/>
        </p:nvSpPr>
        <p:spPr>
          <a:xfrm>
            <a:off x="4057650" y="1005840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总共68集</a:t>
            </a:r>
          </a:p>
        </p:txBody>
      </p:sp>
      <p:sp>
        <p:nvSpPr>
          <p:cNvPr id="146" name="Path"/>
          <p:cNvSpPr/>
          <p:nvPr/>
        </p:nvSpPr>
        <p:spPr>
          <a:xfrm>
            <a:off x="5369522" y="1009650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Path"/>
          <p:cNvSpPr/>
          <p:nvPr/>
        </p:nvSpPr>
        <p:spPr>
          <a:xfrm>
            <a:off x="5368507" y="1012602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Box"/>
          <p:cNvSpPr txBox="1"/>
          <p:nvPr/>
        </p:nvSpPr>
        <p:spPr>
          <a:xfrm>
            <a:off x="5486400" y="10077450"/>
            <a:ext cx="41127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402.31K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4057650" y="10258425"/>
            <a:ext cx="1697669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A runaway bride meets the coldest billionaire on a paradise island…</a:t>
            </a:r>
          </a:p>
        </p:txBody>
      </p:sp>
      <p:sp>
        <p:nvSpPr>
          <p:cNvPr id="150" name="Rectangle"/>
          <p:cNvSpPr/>
          <p:nvPr/>
        </p:nvSpPr>
        <p:spPr>
          <a:xfrm>
            <a:off x="4057650" y="105918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Box"/>
          <p:cNvSpPr txBox="1"/>
          <p:nvPr/>
        </p:nvSpPr>
        <p:spPr>
          <a:xfrm>
            <a:off x="4124325" y="106203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152" name="Rectangle"/>
          <p:cNvSpPr/>
          <p:nvPr/>
        </p:nvSpPr>
        <p:spPr>
          <a:xfrm>
            <a:off x="4438650" y="1059180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"/>
          <p:cNvSpPr txBox="1"/>
          <p:nvPr/>
        </p:nvSpPr>
        <p:spPr>
          <a:xfrm>
            <a:off x="4505325" y="106203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先婚后爱</a:t>
            </a:r>
          </a:p>
        </p:txBody>
      </p:sp>
      <p:sp>
        <p:nvSpPr>
          <p:cNvPr id="154" name="Rectangle"/>
          <p:cNvSpPr/>
          <p:nvPr/>
        </p:nvSpPr>
        <p:spPr>
          <a:xfrm>
            <a:off x="5019675" y="105918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Box"/>
          <p:cNvSpPr txBox="1"/>
          <p:nvPr/>
        </p:nvSpPr>
        <p:spPr>
          <a:xfrm>
            <a:off x="5086350" y="106203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奇幻</a:t>
            </a:r>
          </a:p>
        </p:txBody>
      </p:sp>
      <p:sp>
        <p:nvSpPr>
          <p:cNvPr id="156" name="Rectangle"/>
          <p:cNvSpPr/>
          <p:nvPr/>
        </p:nvSpPr>
        <p:spPr>
          <a:xfrm>
            <a:off x="3148013" y="9748838"/>
            <a:ext cx="2847975" cy="1133475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7" name="Rectangle"/>
          <p:cNvSpPr/>
          <p:nvPr/>
        </p:nvSpPr>
        <p:spPr>
          <a:xfrm>
            <a:off x="3143250" y="10982325"/>
            <a:ext cx="2857500" cy="1314450"/>
          </a:xfrm>
          <a:prstGeom prst="roundRect">
            <a:avLst>
              <a:gd name="adj" fmla="val 10144"/>
            </a:avLst>
          </a:prstGeom>
          <a:solidFill>
            <a:srgbClr val="19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58" name="Image"/>
          <p:cNvPicPr>
            <a:picLocks noChangeAspect="1"/>
          </p:cNvPicPr>
          <p:nvPr/>
        </p:nvPicPr>
        <p:blipFill>
          <a:blip r:embed="rId8"/>
          <a:srcRect l="667" r="667"/>
          <a:stretch>
            <a:fillRect/>
          </a:stretch>
        </p:blipFill>
        <p:spPr>
          <a:xfrm>
            <a:off x="3238500" y="11077575"/>
            <a:ext cx="704850" cy="952500"/>
          </a:xfrm>
          <a:prstGeom prst="rect">
            <a:avLst/>
          </a:prstGeom>
        </p:spPr>
      </p:pic>
      <p:sp>
        <p:nvSpPr>
          <p:cNvPr id="159" name="Rectangle"/>
          <p:cNvSpPr/>
          <p:nvPr/>
        </p:nvSpPr>
        <p:spPr>
          <a:xfrm>
            <a:off x="3276600" y="111156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2A24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Box"/>
          <p:cNvSpPr txBox="1"/>
          <p:nvPr/>
        </p:nvSpPr>
        <p:spPr>
          <a:xfrm>
            <a:off x="3352800" y="11182350"/>
            <a:ext cx="70703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25"/>
              </a:lnSpc>
            </a:pPr>
            <a:r>
              <a:rPr lang="en-US" sz="825">
                <a:solidFill>
                  <a:srgbClr val="B9B0B0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61" name="TextBox"/>
          <p:cNvSpPr txBox="1"/>
          <p:nvPr/>
        </p:nvSpPr>
        <p:spPr>
          <a:xfrm>
            <a:off x="4057650" y="11077575"/>
            <a:ext cx="1791891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sp>
        <p:nvSpPr>
          <p:cNvPr id="162" name="TextBox"/>
          <p:cNvSpPr txBox="1"/>
          <p:nvPr/>
        </p:nvSpPr>
        <p:spPr>
          <a:xfrm>
            <a:off x="4057650" y="1146810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总共58集</a:t>
            </a:r>
          </a:p>
        </p:txBody>
      </p:sp>
      <p:sp>
        <p:nvSpPr>
          <p:cNvPr id="163" name="Path"/>
          <p:cNvSpPr/>
          <p:nvPr/>
        </p:nvSpPr>
        <p:spPr>
          <a:xfrm>
            <a:off x="5445722" y="1150620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Path"/>
          <p:cNvSpPr/>
          <p:nvPr/>
        </p:nvSpPr>
        <p:spPr>
          <a:xfrm>
            <a:off x="5444707" y="1153572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Box"/>
          <p:cNvSpPr txBox="1"/>
          <p:nvPr/>
        </p:nvSpPr>
        <p:spPr>
          <a:xfrm>
            <a:off x="5562600" y="11487150"/>
            <a:ext cx="33816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156.9K</a:t>
            </a:r>
          </a:p>
        </p:txBody>
      </p:sp>
      <p:sp>
        <p:nvSpPr>
          <p:cNvPr id="166" name="TextBox"/>
          <p:cNvSpPr txBox="1"/>
          <p:nvPr/>
        </p:nvSpPr>
        <p:spPr>
          <a:xfrm>
            <a:off x="4057650" y="11668125"/>
            <a:ext cx="1784423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A field nurse and a wounded soldier, bound by letters never sent…</a:t>
            </a:r>
          </a:p>
        </p:txBody>
      </p:sp>
      <p:sp>
        <p:nvSpPr>
          <p:cNvPr id="167" name="Rectangle"/>
          <p:cNvSpPr/>
          <p:nvPr/>
        </p:nvSpPr>
        <p:spPr>
          <a:xfrm>
            <a:off x="4057650" y="120015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Box"/>
          <p:cNvSpPr txBox="1"/>
          <p:nvPr/>
        </p:nvSpPr>
        <p:spPr>
          <a:xfrm>
            <a:off x="4124325" y="120300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战地</a:t>
            </a:r>
          </a:p>
        </p:txBody>
      </p:sp>
      <p:sp>
        <p:nvSpPr>
          <p:cNvPr id="169" name="Rectangle"/>
          <p:cNvSpPr/>
          <p:nvPr/>
        </p:nvSpPr>
        <p:spPr>
          <a:xfrm>
            <a:off x="4438650" y="120015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Box"/>
          <p:cNvSpPr txBox="1"/>
          <p:nvPr/>
        </p:nvSpPr>
        <p:spPr>
          <a:xfrm>
            <a:off x="4505325" y="120300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虐恋</a:t>
            </a:r>
          </a:p>
        </p:txBody>
      </p:sp>
      <p:sp>
        <p:nvSpPr>
          <p:cNvPr id="171" name="Rectangle"/>
          <p:cNvSpPr/>
          <p:nvPr/>
        </p:nvSpPr>
        <p:spPr>
          <a:xfrm>
            <a:off x="4819650" y="120015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Box"/>
          <p:cNvSpPr txBox="1"/>
          <p:nvPr/>
        </p:nvSpPr>
        <p:spPr>
          <a:xfrm>
            <a:off x="4886325" y="120300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救赎</a:t>
            </a:r>
          </a:p>
        </p:txBody>
      </p:sp>
      <p:sp>
        <p:nvSpPr>
          <p:cNvPr id="173" name="Rectangle"/>
          <p:cNvSpPr/>
          <p:nvPr/>
        </p:nvSpPr>
        <p:spPr>
          <a:xfrm>
            <a:off x="3148013" y="10987088"/>
            <a:ext cx="2847975" cy="1304925"/>
          </a:xfrm>
          <a:prstGeom prst="roundRect">
            <a:avLst>
              <a:gd name="adj" fmla="val 985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Box"/>
          <p:cNvSpPr txBox="1"/>
          <p:nvPr/>
        </p:nvSpPr>
        <p:spPr>
          <a:xfrm>
            <a:off x="152400" y="12487275"/>
            <a:ext cx="6096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隐藏身份</a:t>
            </a:r>
          </a:p>
        </p:txBody>
      </p:sp>
      <p:pic>
        <p:nvPicPr>
          <p:cNvPr id="175" name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12820650"/>
            <a:ext cx="971550" cy="1295400"/>
          </a:xfrm>
          <a:prstGeom prst="rect">
            <a:avLst/>
          </a:prstGeom>
        </p:spPr>
      </p:pic>
      <p:sp>
        <p:nvSpPr>
          <p:cNvPr id="176" name="Rectangle"/>
          <p:cNvSpPr/>
          <p:nvPr/>
        </p:nvSpPr>
        <p:spPr>
          <a:xfrm>
            <a:off x="209550" y="12877800"/>
            <a:ext cx="304800" cy="190500"/>
          </a:xfrm>
          <a:prstGeom prst="roundRect">
            <a:avLst>
              <a:gd name="adj" fmla="val 300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Box"/>
          <p:cNvSpPr txBox="1"/>
          <p:nvPr/>
        </p:nvSpPr>
        <p:spPr>
          <a:xfrm>
            <a:off x="266700" y="12906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独家</a:t>
            </a:r>
          </a:p>
        </p:txBody>
      </p:sp>
      <p:sp>
        <p:nvSpPr>
          <p:cNvPr id="178" name="TextBox"/>
          <p:cNvSpPr txBox="1"/>
          <p:nvPr/>
        </p:nvSpPr>
        <p:spPr>
          <a:xfrm>
            <a:off x="152400" y="141732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zh-CN" sz="863">
                <a:solidFill>
                  <a:srgbClr val="F2ECEC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pic>
        <p:nvPicPr>
          <p:cNvPr id="179" name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12820650"/>
            <a:ext cx="971550" cy="1295400"/>
          </a:xfrm>
          <a:prstGeom prst="rect">
            <a:avLst/>
          </a:prstGeom>
        </p:spPr>
      </p:pic>
      <p:sp>
        <p:nvSpPr>
          <p:cNvPr id="180" name="Rectangle"/>
          <p:cNvSpPr/>
          <p:nvPr/>
        </p:nvSpPr>
        <p:spPr>
          <a:xfrm>
            <a:off x="1276350" y="12877800"/>
            <a:ext cx="495300" cy="190500"/>
          </a:xfrm>
          <a:prstGeom prst="roundRect">
            <a:avLst>
              <a:gd name="adj" fmla="val 300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Box"/>
          <p:cNvSpPr txBox="1"/>
          <p:nvPr/>
        </p:nvSpPr>
        <p:spPr>
          <a:xfrm>
            <a:off x="1333500" y="1290637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全球首播</a:t>
            </a:r>
          </a:p>
        </p:txBody>
      </p:sp>
      <p:sp>
        <p:nvSpPr>
          <p:cNvPr id="182" name="TextBox"/>
          <p:cNvSpPr txBox="1"/>
          <p:nvPr/>
        </p:nvSpPr>
        <p:spPr>
          <a:xfrm>
            <a:off x="1219200" y="14173200"/>
            <a:ext cx="95877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pic>
        <p:nvPicPr>
          <p:cNvPr id="183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2820650"/>
            <a:ext cx="971550" cy="1295400"/>
          </a:xfrm>
          <a:prstGeom prst="rect">
            <a:avLst/>
          </a:prstGeom>
        </p:spPr>
      </p:pic>
      <p:sp>
        <p:nvSpPr>
          <p:cNvPr id="184" name="TextBox"/>
          <p:cNvSpPr txBox="1"/>
          <p:nvPr/>
        </p:nvSpPr>
        <p:spPr>
          <a:xfrm>
            <a:off x="2286000" y="14173200"/>
            <a:ext cx="8374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185" name="TextBox"/>
          <p:cNvSpPr txBox="1"/>
          <p:nvPr/>
        </p:nvSpPr>
        <p:spPr>
          <a:xfrm>
            <a:off x="152400" y="14687550"/>
            <a:ext cx="6096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更多推荐</a:t>
            </a:r>
          </a:p>
        </p:txBody>
      </p:sp>
      <p:sp>
        <p:nvSpPr>
          <p:cNvPr id="186" name="Rectangle"/>
          <p:cNvSpPr/>
          <p:nvPr/>
        </p:nvSpPr>
        <p:spPr>
          <a:xfrm>
            <a:off x="152400" y="15020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7" name="Image"/>
          <p:cNvPicPr>
            <a:picLocks noChangeAspect="1"/>
          </p:cNvPicPr>
          <p:nvPr/>
        </p:nvPicPr>
        <p:blipFill>
          <a:blip r:embed="rId3"/>
          <a:srcRect l="314" r="314"/>
          <a:stretch>
            <a:fillRect/>
          </a:stretch>
        </p:blipFill>
        <p:spPr>
          <a:xfrm>
            <a:off x="152400" y="15020925"/>
            <a:ext cx="1504950" cy="2019300"/>
          </a:xfrm>
          <a:prstGeom prst="rect">
            <a:avLst/>
          </a:prstGeom>
        </p:spPr>
      </p:pic>
      <p:sp>
        <p:nvSpPr>
          <p:cNvPr id="188" name="TextBox"/>
          <p:cNvSpPr txBox="1"/>
          <p:nvPr/>
        </p:nvSpPr>
        <p:spPr>
          <a:xfrm>
            <a:off x="266700" y="17135475"/>
            <a:ext cx="77588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sp>
        <p:nvSpPr>
          <p:cNvPr id="189" name="Rectangle"/>
          <p:cNvSpPr/>
          <p:nvPr/>
        </p:nvSpPr>
        <p:spPr>
          <a:xfrm>
            <a:off x="157163" y="15025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0" name="Rectangle"/>
          <p:cNvSpPr/>
          <p:nvPr/>
        </p:nvSpPr>
        <p:spPr>
          <a:xfrm>
            <a:off x="1771650" y="15020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91" name="Image"/>
          <p:cNvPicPr>
            <a:picLocks noChangeAspect="1"/>
          </p:cNvPicPr>
          <p:nvPr/>
        </p:nvPicPr>
        <p:blipFill>
          <a:blip r:embed="rId4"/>
          <a:srcRect l="314" r="314"/>
          <a:stretch>
            <a:fillRect/>
          </a:stretch>
        </p:blipFill>
        <p:spPr>
          <a:xfrm>
            <a:off x="1771650" y="15020925"/>
            <a:ext cx="1504950" cy="2019300"/>
          </a:xfrm>
          <a:prstGeom prst="rect">
            <a:avLst/>
          </a:prstGeom>
        </p:spPr>
      </p:pic>
      <p:sp>
        <p:nvSpPr>
          <p:cNvPr id="192" name="TextBox"/>
          <p:cNvSpPr txBox="1"/>
          <p:nvPr/>
        </p:nvSpPr>
        <p:spPr>
          <a:xfrm>
            <a:off x="1885950" y="17135475"/>
            <a:ext cx="91029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193" name="Rectangle"/>
          <p:cNvSpPr/>
          <p:nvPr/>
        </p:nvSpPr>
        <p:spPr>
          <a:xfrm>
            <a:off x="1776413" y="15025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4" name="Rectangle"/>
          <p:cNvSpPr/>
          <p:nvPr/>
        </p:nvSpPr>
        <p:spPr>
          <a:xfrm>
            <a:off x="152400" y="17687925"/>
            <a:ext cx="1504950" cy="23812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95" name="Image"/>
          <p:cNvPicPr>
            <a:picLocks noChangeAspect="1"/>
          </p:cNvPicPr>
          <p:nvPr/>
        </p:nvPicPr>
        <p:blipFill>
          <a:blip r:embed="rId6"/>
          <a:srcRect l="314" r="314"/>
          <a:stretch>
            <a:fillRect/>
          </a:stretch>
        </p:blipFill>
        <p:spPr>
          <a:xfrm>
            <a:off x="152400" y="17687925"/>
            <a:ext cx="1504950" cy="2019300"/>
          </a:xfrm>
          <a:prstGeom prst="rect">
            <a:avLst/>
          </a:prstGeom>
        </p:spPr>
      </p:pic>
      <p:sp>
        <p:nvSpPr>
          <p:cNvPr id="196" name="TextBox"/>
          <p:cNvSpPr txBox="1"/>
          <p:nvPr/>
        </p:nvSpPr>
        <p:spPr>
          <a:xfrm>
            <a:off x="266700" y="19802475"/>
            <a:ext cx="10887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Cohabitating Lover</a:t>
            </a:r>
          </a:p>
        </p:txBody>
      </p:sp>
      <p:sp>
        <p:nvSpPr>
          <p:cNvPr id="197" name="Rectangle"/>
          <p:cNvSpPr/>
          <p:nvPr/>
        </p:nvSpPr>
        <p:spPr>
          <a:xfrm>
            <a:off x="157163" y="17692688"/>
            <a:ext cx="1495425" cy="23717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8" name="Rectangle"/>
          <p:cNvSpPr/>
          <p:nvPr/>
        </p:nvSpPr>
        <p:spPr>
          <a:xfrm>
            <a:off x="1771650" y="17687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r:embed="rId5"/>
          <a:srcRect l="314" r="314"/>
          <a:stretch>
            <a:fillRect/>
          </a:stretch>
        </p:blipFill>
        <p:spPr>
          <a:xfrm>
            <a:off x="1771650" y="17687925"/>
            <a:ext cx="1504950" cy="2019300"/>
          </a:xfrm>
          <a:prstGeom prst="rect">
            <a:avLst/>
          </a:prstGeom>
        </p:spPr>
      </p:pic>
      <p:sp>
        <p:nvSpPr>
          <p:cNvPr id="200" name="TextBox"/>
          <p:cNvSpPr txBox="1"/>
          <p:nvPr/>
        </p:nvSpPr>
        <p:spPr>
          <a:xfrm>
            <a:off x="1885950" y="19802475"/>
            <a:ext cx="909421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Barefoot Meets Billionaire</a:t>
            </a:r>
          </a:p>
        </p:txBody>
      </p:sp>
      <p:sp>
        <p:nvSpPr>
          <p:cNvPr id="201" name="Rectangle"/>
          <p:cNvSpPr/>
          <p:nvPr/>
        </p:nvSpPr>
        <p:spPr>
          <a:xfrm>
            <a:off x="1776413" y="17692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2" name="Rectangle"/>
          <p:cNvSpPr/>
          <p:nvPr/>
        </p:nvSpPr>
        <p:spPr>
          <a:xfrm>
            <a:off x="152400" y="20354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3" name="Image"/>
          <p:cNvPicPr>
            <a:picLocks noChangeAspect="1"/>
          </p:cNvPicPr>
          <p:nvPr/>
        </p:nvPicPr>
        <p:blipFill>
          <a:blip r:embed="rId7"/>
          <a:srcRect l="314" r="314"/>
          <a:stretch>
            <a:fillRect/>
          </a:stretch>
        </p:blipFill>
        <p:spPr>
          <a:xfrm>
            <a:off x="152400" y="20354925"/>
            <a:ext cx="1504950" cy="2019300"/>
          </a:xfrm>
          <a:prstGeom prst="rect">
            <a:avLst/>
          </a:prstGeom>
        </p:spPr>
      </p:pic>
      <p:sp>
        <p:nvSpPr>
          <p:cNvPr id="204" name="TextBox"/>
          <p:cNvSpPr txBox="1"/>
          <p:nvPr/>
        </p:nvSpPr>
        <p:spPr>
          <a:xfrm>
            <a:off x="266700" y="22469475"/>
            <a:ext cx="1221321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205" name="Rectangle"/>
          <p:cNvSpPr/>
          <p:nvPr/>
        </p:nvSpPr>
        <p:spPr>
          <a:xfrm>
            <a:off x="157163" y="20359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6" name="Rectangle"/>
          <p:cNvSpPr/>
          <p:nvPr/>
        </p:nvSpPr>
        <p:spPr>
          <a:xfrm>
            <a:off x="1771650" y="20354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7" name="Image"/>
          <p:cNvPicPr>
            <a:picLocks noChangeAspect="1"/>
          </p:cNvPicPr>
          <p:nvPr/>
        </p:nvPicPr>
        <p:blipFill>
          <a:blip r:embed="rId8"/>
          <a:srcRect l="314" r="314"/>
          <a:stretch>
            <a:fillRect/>
          </a:stretch>
        </p:blipFill>
        <p:spPr>
          <a:xfrm>
            <a:off x="1771650" y="20354925"/>
            <a:ext cx="1504950" cy="2019300"/>
          </a:xfrm>
          <a:prstGeom prst="rect">
            <a:avLst/>
          </a:prstGeom>
        </p:spPr>
      </p:pic>
      <p:sp>
        <p:nvSpPr>
          <p:cNvPr id="208" name="TextBox"/>
          <p:cNvSpPr txBox="1"/>
          <p:nvPr/>
        </p:nvSpPr>
        <p:spPr>
          <a:xfrm>
            <a:off x="1885950" y="22469475"/>
            <a:ext cx="124974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en-US" sz="938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sp>
        <p:nvSpPr>
          <p:cNvPr id="209" name="Rectangle"/>
          <p:cNvSpPr/>
          <p:nvPr/>
        </p:nvSpPr>
        <p:spPr>
          <a:xfrm>
            <a:off x="1776413" y="20359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0" name="Rectangle"/>
          <p:cNvSpPr/>
          <p:nvPr/>
        </p:nvSpPr>
        <p:spPr>
          <a:xfrm>
            <a:off x="152400" y="23021925"/>
            <a:ext cx="1504950" cy="2533650"/>
          </a:xfrm>
          <a:prstGeom prst="roundRect">
            <a:avLst>
              <a:gd name="adj" fmla="val 7594"/>
            </a:avLst>
          </a:prstGeom>
          <a:solidFill>
            <a:srgbClr val="14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1" name="Image"/>
          <p:cNvPicPr>
            <a:picLocks noChangeAspect="1"/>
          </p:cNvPicPr>
          <p:nvPr/>
        </p:nvPicPr>
        <p:blipFill>
          <a:blip r:embed="rId9"/>
          <a:srcRect l="314" r="314"/>
          <a:stretch>
            <a:fillRect/>
          </a:stretch>
        </p:blipFill>
        <p:spPr>
          <a:xfrm>
            <a:off x="152400" y="23021925"/>
            <a:ext cx="1504950" cy="2019300"/>
          </a:xfrm>
          <a:prstGeom prst="rect">
            <a:avLst/>
          </a:prstGeom>
        </p:spPr>
      </p:pic>
      <p:sp>
        <p:nvSpPr>
          <p:cNvPr id="212" name="TextBox"/>
          <p:cNvSpPr txBox="1"/>
          <p:nvPr/>
        </p:nvSpPr>
        <p:spPr>
          <a:xfrm>
            <a:off x="266700" y="25136475"/>
            <a:ext cx="119062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zh-CN" sz="938">
                <a:solidFill>
                  <a:srgbClr val="F2ECEC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213" name="Rectangle"/>
          <p:cNvSpPr/>
          <p:nvPr/>
        </p:nvSpPr>
        <p:spPr>
          <a:xfrm>
            <a:off x="157163" y="23026688"/>
            <a:ext cx="1495425" cy="2524125"/>
          </a:xfrm>
          <a:prstGeom prst="roundRect">
            <a:avLst>
              <a:gd name="adj" fmla="val 732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Box"/>
          <p:cNvSpPr txBox="1"/>
          <p:nvPr/>
        </p:nvSpPr>
        <p:spPr>
          <a:xfrm>
            <a:off x="1400175" y="2580322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E6464"/>
                </a:solidFill>
                <a:latin typeface="Noto Sans SC"/>
                <a:ea typeface="Noto Sans SC"/>
                <a:cs typeface="Noto Sans SC"/>
              </a:rPr>
              <a:t>没有更多内容</a:t>
            </a:r>
          </a:p>
        </p:txBody>
      </p:sp>
      <p:sp>
        <p:nvSpPr>
          <p:cNvPr id="215" name="Rectangle"/>
          <p:cNvSpPr/>
          <p:nvPr/>
        </p:nvSpPr>
        <p:spPr>
          <a:xfrm>
            <a:off x="0" y="26031825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Rectangle"/>
          <p:cNvSpPr/>
          <p:nvPr/>
        </p:nvSpPr>
        <p:spPr>
          <a:xfrm>
            <a:off x="0" y="26031825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ath"/>
          <p:cNvSpPr/>
          <p:nvPr/>
        </p:nvSpPr>
        <p:spPr>
          <a:xfrm>
            <a:off x="358775" y="26162001"/>
            <a:ext cx="139700" cy="148431"/>
          </a:xfrm>
          <a:custGeom>
            <a:avLst/>
            <a:gdLst/>
            <a:ahLst/>
            <a:cxnLst/>
            <a:rect l="0" t="0" r="r" b="b"/>
            <a:pathLst>
              <a:path w="139700" h="148431">
                <a:moveTo>
                  <a:pt x="0" y="59372"/>
                </a:moveTo>
                <a:lnTo>
                  <a:pt x="69850" y="0"/>
                </a:lnTo>
                <a:lnTo>
                  <a:pt x="139700" y="59372"/>
                </a:lnTo>
                <a:lnTo>
                  <a:pt x="139700" y="139700"/>
                </a:lnTo>
                <a:cubicBezTo>
                  <a:pt x="139700" y="142111"/>
                  <a:pt x="138848" y="144169"/>
                  <a:pt x="137143" y="145874"/>
                </a:cubicBezTo>
                <a:cubicBezTo>
                  <a:pt x="135438" y="147579"/>
                  <a:pt x="133380" y="148431"/>
                  <a:pt x="130969" y="148431"/>
                </a:cubicBezTo>
                <a:lnTo>
                  <a:pt x="90805" y="148431"/>
                </a:lnTo>
                <a:lnTo>
                  <a:pt x="90805" y="101282"/>
                </a:lnTo>
                <a:lnTo>
                  <a:pt x="48895" y="101282"/>
                </a:lnTo>
                <a:lnTo>
                  <a:pt x="48895" y="148431"/>
                </a:lnTo>
                <a:lnTo>
                  <a:pt x="8731" y="148431"/>
                </a:lnTo>
                <a:cubicBezTo>
                  <a:pt x="6320" y="148431"/>
                  <a:pt x="4262" y="147579"/>
                  <a:pt x="2557" y="145874"/>
                </a:cubicBezTo>
                <a:cubicBezTo>
                  <a:pt x="852" y="144169"/>
                  <a:pt x="0" y="142111"/>
                  <a:pt x="0" y="139700"/>
                </a:cubicBezTo>
                <a:lnTo>
                  <a:pt x="0" y="59372"/>
                </a:lnTo>
                <a:close/>
              </a:path>
            </a:pathLst>
          </a:cu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Box"/>
          <p:cNvSpPr txBox="1"/>
          <p:nvPr/>
        </p:nvSpPr>
        <p:spPr>
          <a:xfrm>
            <a:off x="333375" y="26365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219" name="Path"/>
          <p:cNvSpPr/>
          <p:nvPr/>
        </p:nvSpPr>
        <p:spPr>
          <a:xfrm>
            <a:off x="1203563" y="26140774"/>
            <a:ext cx="151156" cy="169121"/>
          </a:xfrm>
          <a:custGeom>
            <a:avLst/>
            <a:gdLst/>
            <a:ahLst/>
            <a:cxnLst/>
            <a:rect l="0" t="0" r="r" b="b"/>
            <a:pathLst>
              <a:path w="151156" h="169121">
                <a:moveTo>
                  <a:pt x="63743" y="12278"/>
                </a:moveTo>
                <a:quadBezTo>
                  <a:pt x="67134" y="5566"/>
                  <a:pt x="73989" y="2883"/>
                </a:quadBezTo>
                <a:quadBezTo>
                  <a:pt x="81353" y="0"/>
                  <a:pt x="88356" y="3424"/>
                </a:quadBezTo>
                <a:quadBezTo>
                  <a:pt x="97020" y="7347"/>
                  <a:pt x="100714" y="16584"/>
                </a:quadBezTo>
                <a:quadBezTo>
                  <a:pt x="104254" y="25438"/>
                  <a:pt x="101313" y="34264"/>
                </a:quadBezTo>
                <a:quadBezTo>
                  <a:pt x="101282" y="34358"/>
                  <a:pt x="101248" y="34452"/>
                </a:quadBezTo>
                <a:quadBezTo>
                  <a:pt x="101214" y="34545"/>
                  <a:pt x="101178" y="34638"/>
                </a:quadBezTo>
                <a:lnTo>
                  <a:pt x="93247" y="55041"/>
                </a:lnTo>
                <a:lnTo>
                  <a:pt x="123308" y="55041"/>
                </a:lnTo>
                <a:quadBezTo>
                  <a:pt x="135428" y="54793"/>
                  <a:pt x="143293" y="64234"/>
                </a:quadBezTo>
                <a:quadBezTo>
                  <a:pt x="151156" y="73674"/>
                  <a:pt x="148697" y="85712"/>
                </a:quadBezTo>
                <a:lnTo>
                  <a:pt x="139118" y="136241"/>
                </a:lnTo>
                <a:quadBezTo>
                  <a:pt x="137248" y="145419"/>
                  <a:pt x="130023" y="151201"/>
                </a:quadBezTo>
                <a:quadBezTo>
                  <a:pt x="122797" y="156984"/>
                  <a:pt x="113544" y="156798"/>
                </a:quadBezTo>
                <a:lnTo>
                  <a:pt x="46741" y="156799"/>
                </a:lnTo>
                <a:lnTo>
                  <a:pt x="46741" y="160927"/>
                </a:lnTo>
                <a:quadBezTo>
                  <a:pt x="46839" y="164321"/>
                  <a:pt x="44370" y="166652"/>
                </a:quadBezTo>
                <a:quadBezTo>
                  <a:pt x="42039" y="169121"/>
                  <a:pt x="38645" y="169023"/>
                </a:quadBezTo>
                <a:lnTo>
                  <a:pt x="17697" y="169023"/>
                </a:lnTo>
                <a:quadBezTo>
                  <a:pt x="10366" y="169023"/>
                  <a:pt x="5182" y="163838"/>
                </a:quadBezTo>
                <a:quadBezTo>
                  <a:pt x="0" y="158653"/>
                  <a:pt x="0" y="151322"/>
                </a:quadBezTo>
                <a:lnTo>
                  <a:pt x="0" y="86711"/>
                </a:lnTo>
                <a:quadBezTo>
                  <a:pt x="0" y="79380"/>
                  <a:pt x="5182" y="74196"/>
                </a:quadBezTo>
                <a:quadBezTo>
                  <a:pt x="10366" y="69011"/>
                  <a:pt x="17697" y="69011"/>
                </a:quadBezTo>
                <a:lnTo>
                  <a:pt x="33766" y="69011"/>
                </a:lnTo>
                <a:lnTo>
                  <a:pt x="63743" y="12278"/>
                </a:lnTo>
                <a:close/>
                <a:moveTo>
                  <a:pt x="46741" y="140607"/>
                </a:moveTo>
                <a:lnTo>
                  <a:pt x="113870" y="140608"/>
                </a:lnTo>
                <a:quadBezTo>
                  <a:pt x="117259" y="140677"/>
                  <a:pt x="119905" y="138559"/>
                </a:quadBezTo>
                <a:quadBezTo>
                  <a:pt x="122553" y="136440"/>
                  <a:pt x="123209" y="133225"/>
                </a:quadBezTo>
                <a:lnTo>
                  <a:pt x="132832" y="82471"/>
                </a:lnTo>
                <a:quadBezTo>
                  <a:pt x="133734" y="78058"/>
                  <a:pt x="130851" y="74598"/>
                </a:quadBezTo>
                <a:quadBezTo>
                  <a:pt x="127970" y="71140"/>
                  <a:pt x="123308" y="71233"/>
                </a:quadBezTo>
                <a:lnTo>
                  <a:pt x="81413" y="71233"/>
                </a:lnTo>
                <a:quadBezTo>
                  <a:pt x="80660" y="71233"/>
                  <a:pt x="79921" y="71094"/>
                </a:quadBezTo>
                <a:quadBezTo>
                  <a:pt x="79181" y="70956"/>
                  <a:pt x="78479" y="70683"/>
                </a:quadBezTo>
                <a:quadBezTo>
                  <a:pt x="75281" y="69544"/>
                  <a:pt x="74003" y="66398"/>
                </a:quadBezTo>
                <a:quadBezTo>
                  <a:pt x="72546" y="63331"/>
                  <a:pt x="73867" y="60203"/>
                </a:quadBezTo>
                <a:lnTo>
                  <a:pt x="86003" y="28984"/>
                </a:lnTo>
                <a:quadBezTo>
                  <a:pt x="86984" y="25861"/>
                  <a:pt x="85678" y="22596"/>
                </a:quadBezTo>
                <a:quadBezTo>
                  <a:pt x="84394" y="19383"/>
                  <a:pt x="81615" y="18147"/>
                </a:quadBezTo>
                <a:quadBezTo>
                  <a:pt x="81531" y="18110"/>
                  <a:pt x="81448" y="18071"/>
                </a:quadBezTo>
                <a:quadBezTo>
                  <a:pt x="81365" y="18031"/>
                  <a:pt x="81282" y="17990"/>
                </a:quadBezTo>
                <a:quadBezTo>
                  <a:pt x="80639" y="17668"/>
                  <a:pt x="79891" y="17961"/>
                </a:quadBezTo>
                <a:quadBezTo>
                  <a:pt x="78788" y="18393"/>
                  <a:pt x="78181" y="19608"/>
                </a:quadBezTo>
                <a:quadBezTo>
                  <a:pt x="78161" y="19649"/>
                  <a:pt x="78140" y="19689"/>
                </a:quadBezTo>
                <a:quadBezTo>
                  <a:pt x="78119" y="19730"/>
                  <a:pt x="78098" y="19770"/>
                </a:quadBezTo>
                <a:lnTo>
                  <a:pt x="46741" y="79114"/>
                </a:lnTo>
                <a:lnTo>
                  <a:pt x="46741" y="140607"/>
                </a:lnTo>
                <a:close/>
                <a:moveTo>
                  <a:pt x="16634" y="85644"/>
                </a:moveTo>
                <a:quadBezTo>
                  <a:pt x="16193" y="86086"/>
                  <a:pt x="16193" y="86711"/>
                </a:quadBezTo>
                <a:lnTo>
                  <a:pt x="16193" y="151322"/>
                </a:lnTo>
                <a:quadBezTo>
                  <a:pt x="16193" y="151948"/>
                  <a:pt x="16634" y="152390"/>
                </a:quadBezTo>
                <a:quadBezTo>
                  <a:pt x="17075" y="152831"/>
                  <a:pt x="17697" y="152831"/>
                </a:quadBezTo>
                <a:lnTo>
                  <a:pt x="30549" y="152831"/>
                </a:lnTo>
                <a:lnTo>
                  <a:pt x="30549" y="85203"/>
                </a:lnTo>
                <a:lnTo>
                  <a:pt x="17697" y="85203"/>
                </a:lnTo>
                <a:quadBezTo>
                  <a:pt x="17075" y="85203"/>
                  <a:pt x="16634" y="85644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Box"/>
          <p:cNvSpPr txBox="1"/>
          <p:nvPr/>
        </p:nvSpPr>
        <p:spPr>
          <a:xfrm>
            <a:off x="1190625" y="26365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221" name="Rectangle"/>
          <p:cNvSpPr/>
          <p:nvPr/>
        </p:nvSpPr>
        <p:spPr>
          <a:xfrm>
            <a:off x="2069783" y="26202163"/>
            <a:ext cx="146685" cy="99536"/>
          </a:xfrm>
          <a:prstGeom prst="roundRect">
            <a:avLst>
              <a:gd name="adj" fmla="val 1913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2" name="Rectangle"/>
          <p:cNvSpPr/>
          <p:nvPr/>
        </p:nvSpPr>
        <p:spPr>
          <a:xfrm>
            <a:off x="2061051" y="26172477"/>
            <a:ext cx="164148" cy="29686"/>
          </a:xfrm>
          <a:prstGeom prst="roundRect">
            <a:avLst>
              <a:gd name="adj" fmla="val 44919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3" name="Path"/>
          <p:cNvSpPr/>
          <p:nvPr/>
        </p:nvSpPr>
        <p:spPr>
          <a:xfrm>
            <a:off x="2099269" y="26147260"/>
            <a:ext cx="87712" cy="154441"/>
          </a:xfrm>
          <a:custGeom>
            <a:avLst/>
            <a:gdLst/>
            <a:ahLst/>
            <a:cxnLst/>
            <a:rect l="0" t="0" r="r" b="b"/>
            <a:pathLst>
              <a:path w="87712" h="154441">
                <a:moveTo>
                  <a:pt x="86763" y="21564"/>
                </a:moveTo>
                <a:quadBezTo>
                  <a:pt x="85530" y="33890"/>
                  <a:pt x="71315" y="35996"/>
                </a:quadBezTo>
                <a:quadBezTo>
                  <a:pt x="63307" y="37183"/>
                  <a:pt x="51000" y="34461"/>
                </a:quadBezTo>
                <a:lnTo>
                  <a:pt x="51000" y="154441"/>
                </a:lnTo>
                <a:lnTo>
                  <a:pt x="36712" y="154441"/>
                </a:lnTo>
                <a:lnTo>
                  <a:pt x="36712" y="34461"/>
                </a:lnTo>
                <a:quadBezTo>
                  <a:pt x="24406" y="37183"/>
                  <a:pt x="16397" y="35996"/>
                </a:quadBezTo>
                <a:quadBezTo>
                  <a:pt x="2182" y="33890"/>
                  <a:pt x="950" y="21564"/>
                </a:quadBezTo>
                <a:lnTo>
                  <a:pt x="8058" y="20853"/>
                </a:lnTo>
                <a:lnTo>
                  <a:pt x="944" y="21500"/>
                </a:lnTo>
                <a:quadBezTo>
                  <a:pt x="0" y="11119"/>
                  <a:pt x="6047" y="5412"/>
                </a:quadBezTo>
                <a:quadBezTo>
                  <a:pt x="11782" y="0"/>
                  <a:pt x="21001" y="1220"/>
                </a:quadBezTo>
                <a:quadBezTo>
                  <a:pt x="28517" y="2215"/>
                  <a:pt x="36171" y="7477"/>
                </a:quadBezTo>
                <a:quadBezTo>
                  <a:pt x="40290" y="10309"/>
                  <a:pt x="43856" y="13987"/>
                </a:quadBezTo>
                <a:quadBezTo>
                  <a:pt x="47423" y="10309"/>
                  <a:pt x="51542" y="7477"/>
                </a:quadBezTo>
                <a:quadBezTo>
                  <a:pt x="59195" y="2215"/>
                  <a:pt x="66712" y="1220"/>
                </a:quadBezTo>
                <a:quadBezTo>
                  <a:pt x="75930" y="0"/>
                  <a:pt x="81665" y="5412"/>
                </a:quadBezTo>
                <a:quadBezTo>
                  <a:pt x="87712" y="11119"/>
                  <a:pt x="86769" y="21500"/>
                </a:quadBezTo>
                <a:lnTo>
                  <a:pt x="79654" y="20853"/>
                </a:lnTo>
                <a:lnTo>
                  <a:pt x="86763" y="21564"/>
                </a:lnTo>
                <a:close/>
                <a:moveTo>
                  <a:pt x="59636" y="19250"/>
                </a:moveTo>
                <a:quadBezTo>
                  <a:pt x="58344" y="20139"/>
                  <a:pt x="57120" y="21152"/>
                </a:quadBezTo>
                <a:quadBezTo>
                  <a:pt x="64602" y="22547"/>
                  <a:pt x="69221" y="21863"/>
                </a:quadBezTo>
                <a:quadBezTo>
                  <a:pt x="72398" y="21393"/>
                  <a:pt x="72544" y="20161"/>
                </a:quadBezTo>
                <a:quadBezTo>
                  <a:pt x="72848" y="16737"/>
                  <a:pt x="71859" y="15803"/>
                </a:quadBezTo>
                <a:quadBezTo>
                  <a:pt x="71067" y="15056"/>
                  <a:pt x="68586" y="15384"/>
                </a:quadBezTo>
                <a:quadBezTo>
                  <a:pt x="64466" y="15929"/>
                  <a:pt x="59636" y="19250"/>
                </a:quadBezTo>
                <a:close/>
                <a:moveTo>
                  <a:pt x="18491" y="21863"/>
                </a:moveTo>
                <a:quadBezTo>
                  <a:pt x="23111" y="22547"/>
                  <a:pt x="30592" y="21152"/>
                </a:quadBezTo>
                <a:quadBezTo>
                  <a:pt x="29369" y="20139"/>
                  <a:pt x="28076" y="19250"/>
                </a:quadBezTo>
                <a:quadBezTo>
                  <a:pt x="23246" y="15929"/>
                  <a:pt x="19126" y="15384"/>
                </a:quadBezTo>
                <a:quadBezTo>
                  <a:pt x="16645" y="15056"/>
                  <a:pt x="15853" y="15803"/>
                </a:quadBezTo>
                <a:quadBezTo>
                  <a:pt x="14864" y="16737"/>
                  <a:pt x="15168" y="20161"/>
                </a:quadBezTo>
                <a:quadBezTo>
                  <a:pt x="15315" y="21392"/>
                  <a:pt x="18491" y="21863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Box"/>
          <p:cNvSpPr txBox="1"/>
          <p:nvPr/>
        </p:nvSpPr>
        <p:spPr>
          <a:xfrm>
            <a:off x="2047875" y="26365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225" name="Ellipse"/>
          <p:cNvSpPr/>
          <p:nvPr/>
        </p:nvSpPr>
        <p:spPr>
          <a:xfrm>
            <a:off x="2968069" y="26166366"/>
            <a:ext cx="64611" cy="64611"/>
          </a:xfrm>
          <a:prstGeom prst="ellipse">
            <a:avLst/>
          </a:prstGeom>
          <a:noFill/>
          <a:ln w="17145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6" name="Path"/>
          <p:cNvSpPr/>
          <p:nvPr/>
        </p:nvSpPr>
        <p:spPr>
          <a:xfrm>
            <a:off x="2928222" y="26244233"/>
            <a:ext cx="144307" cy="66756"/>
          </a:xfrm>
          <a:custGeom>
            <a:avLst/>
            <a:gdLst/>
            <a:ahLst/>
            <a:cxnLst/>
            <a:rect l="0" t="0" r="r" b="b"/>
            <a:pathLst>
              <a:path w="144307" h="66756">
                <a:moveTo>
                  <a:pt x="972" y="55388"/>
                </a:moveTo>
                <a:quadBezTo>
                  <a:pt x="7479" y="29358"/>
                  <a:pt x="27381" y="14383"/>
                </a:quadBezTo>
                <a:quadBezTo>
                  <a:pt x="46495" y="0"/>
                  <a:pt x="72153" y="0"/>
                </a:quadBezTo>
                <a:quadBezTo>
                  <a:pt x="97812" y="0"/>
                  <a:pt x="116926" y="14383"/>
                </a:quadBezTo>
                <a:quadBezTo>
                  <a:pt x="136828" y="29358"/>
                  <a:pt x="143335" y="55388"/>
                </a:quadBezTo>
                <a:quadBezTo>
                  <a:pt x="144307" y="58850"/>
                  <a:pt x="142369" y="61878"/>
                </a:quadBezTo>
                <a:quadBezTo>
                  <a:pt x="140609" y="65013"/>
                  <a:pt x="137098" y="65784"/>
                </a:quadBezTo>
                <a:quadBezTo>
                  <a:pt x="133636" y="66756"/>
                  <a:pt x="130608" y="64818"/>
                </a:quadBezTo>
                <a:quadBezTo>
                  <a:pt x="127473" y="63058"/>
                  <a:pt x="126702" y="59547"/>
                </a:quadBezTo>
                <a:quadBezTo>
                  <a:pt x="121667" y="39407"/>
                  <a:pt x="106617" y="28083"/>
                </a:quadBezTo>
                <a:quadBezTo>
                  <a:pt x="92082" y="17145"/>
                  <a:pt x="72153" y="17145"/>
                </a:quadBezTo>
                <a:quadBezTo>
                  <a:pt x="52225" y="17145"/>
                  <a:pt x="37690" y="28083"/>
                </a:quadBezTo>
                <a:quadBezTo>
                  <a:pt x="22640" y="39407"/>
                  <a:pt x="17605" y="59547"/>
                </a:quadBezTo>
                <a:quadBezTo>
                  <a:pt x="16834" y="63058"/>
                  <a:pt x="13699" y="64818"/>
                </a:quadBezTo>
                <a:quadBezTo>
                  <a:pt x="10671" y="66756"/>
                  <a:pt x="7209" y="65784"/>
                </a:quadBezTo>
                <a:quadBezTo>
                  <a:pt x="3698" y="65013"/>
                  <a:pt x="1938" y="61878"/>
                </a:quadBezTo>
                <a:quadBezTo>
                  <a:pt x="0" y="58850"/>
                  <a:pt x="972" y="55388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Box"/>
          <p:cNvSpPr txBox="1"/>
          <p:nvPr/>
        </p:nvSpPr>
        <p:spPr>
          <a:xfrm>
            <a:off x="2952750" y="26365200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228" name="Rectangle"/>
          <p:cNvSpPr/>
          <p:nvPr/>
        </p:nvSpPr>
        <p:spPr>
          <a:xfrm>
            <a:off x="1143000" y="265747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B09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gradFill>
            <a:gsLst>
              <a:gs pos="0">
                <a:srgbClr val="4D141A"/>
              </a:gs>
              <a:gs pos="22000">
                <a:srgbClr val="290F12"/>
              </a:gs>
              <a:gs pos="48000">
                <a:srgbClr val="120A0B"/>
              </a:gs>
              <a:gs pos="75000">
                <a:srgbClr val="0B0909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52400" y="495300"/>
            <a:ext cx="3124200" cy="381000"/>
          </a:xfrm>
          <a:prstGeom prst="roundRect">
            <a:avLst>
              <a:gd name="adj" fmla="val 50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304800" y="600075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搜索你喜欢的短剧</a:t>
            </a:r>
          </a:p>
        </p:txBody>
      </p:sp>
      <p:sp>
        <p:nvSpPr>
          <p:cNvPr id="18" name="Ellipse"/>
          <p:cNvSpPr/>
          <p:nvPr/>
        </p:nvSpPr>
        <p:spPr>
          <a:xfrm>
            <a:off x="3000375" y="628650"/>
            <a:ext cx="100013" cy="100013"/>
          </a:xfrm>
          <a:prstGeom prst="ellipse">
            <a:avLst/>
          </a:prstGeom>
          <a:noFill/>
          <a:ln w="19050">
            <a:solidFill>
              <a:srgbClr val="FFFFFF">
                <a:alpha val="85098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3080032" y="708307"/>
            <a:ext cx="51427" cy="51427"/>
          </a:xfrm>
          <a:custGeom>
            <a:avLst/>
            <a:gdLst/>
            <a:ahLst/>
            <a:cxnLst/>
            <a:rect l="0" t="0" r="r" b="b"/>
            <a:pathLst>
              <a:path w="51427" h="51427">
                <a:moveTo>
                  <a:pt x="16375" y="2905"/>
                </a:moveTo>
                <a:lnTo>
                  <a:pt x="48522" y="35052"/>
                </a:lnTo>
                <a:quadBezTo>
                  <a:pt x="51427" y="37794"/>
                  <a:pt x="51312" y="41787"/>
                </a:quadBezTo>
                <a:quadBezTo>
                  <a:pt x="51427" y="45780"/>
                  <a:pt x="48522" y="48522"/>
                </a:quadBezTo>
                <a:quadBezTo>
                  <a:pt x="45780" y="51427"/>
                  <a:pt x="41787" y="51312"/>
                </a:quadBezTo>
                <a:quadBezTo>
                  <a:pt x="37794" y="51427"/>
                  <a:pt x="35052" y="48522"/>
                </a:quadBezTo>
                <a:lnTo>
                  <a:pt x="2905" y="16375"/>
                </a:ln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close/>
              </a:path>
            </a:pathLst>
          </a:custGeom>
          <a:solidFill>
            <a:srgbClr val="FFFFFF">
              <a:alpha val="85098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57163" y="500063"/>
            <a:ext cx="31146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524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发现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6286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榜单</a:t>
            </a:r>
          </a:p>
        </p:txBody>
      </p:sp>
      <p:sp>
        <p:nvSpPr>
          <p:cNvPr id="23" name="Rectangle"/>
          <p:cNvSpPr/>
          <p:nvPr/>
        </p:nvSpPr>
        <p:spPr>
          <a:xfrm>
            <a:off x="695325" y="1276350"/>
            <a:ext cx="15240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1049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新剧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5811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英语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20574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亚洲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25336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免费</a:t>
            </a:r>
          </a:p>
        </p:txBody>
      </p:sp>
      <p:sp>
        <p:nvSpPr>
          <p:cNvPr id="28" name="Rectangle"/>
          <p:cNvSpPr/>
          <p:nvPr/>
        </p:nvSpPr>
        <p:spPr>
          <a:xfrm>
            <a:off x="152400" y="1600200"/>
            <a:ext cx="3124200" cy="1314450"/>
          </a:xfrm>
          <a:prstGeom prst="roundRect">
            <a:avLst>
              <a:gd name="adj" fmla="val 10144"/>
            </a:avLst>
          </a:prstGeom>
          <a:solidFill>
            <a:srgbClr val="1A12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343694" y="1706033"/>
            <a:ext cx="103187" cy="74083"/>
          </a:xfrm>
          <a:custGeom>
            <a:avLst/>
            <a:gdLst/>
            <a:ahLst/>
            <a:cxnLst/>
            <a:rect l="0" t="0" r="r" b="b"/>
            <a:pathLst>
              <a:path w="103187" h="74083">
                <a:moveTo>
                  <a:pt x="0" y="21167"/>
                </a:moveTo>
                <a:lnTo>
                  <a:pt x="25797" y="44979"/>
                </a:lnTo>
                <a:lnTo>
                  <a:pt x="51594" y="0"/>
                </a:lnTo>
                <a:lnTo>
                  <a:pt x="77391" y="44979"/>
                </a:lnTo>
                <a:lnTo>
                  <a:pt x="103187" y="21167"/>
                </a:lnTo>
                <a:lnTo>
                  <a:pt x="92869" y="74083"/>
                </a:lnTo>
                <a:lnTo>
                  <a:pt x="10319" y="74083"/>
                </a:lnTo>
                <a:lnTo>
                  <a:pt x="0" y="21167"/>
                </a:lnTo>
                <a:close/>
              </a:path>
            </a:pathLst>
          </a:cu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342900" y="1809750"/>
            <a:ext cx="910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650">
                <a:solidFill>
                  <a:srgbClr val="E5484D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pic>
        <p:nvPicPr>
          <p:cNvPr id="31" name="Image"/>
          <p:cNvPicPr>
            <a:picLocks noChangeAspect="1"/>
          </p:cNvPicPr>
          <p:nvPr/>
        </p:nvPicPr>
        <p:blipFill>
          <a:blip r:embed="rId2"/>
          <a:srcRect l="667" r="667"/>
          <a:stretch>
            <a:fillRect/>
          </a:stretch>
        </p:blipFill>
        <p:spPr>
          <a:xfrm>
            <a:off x="647700" y="1695450"/>
            <a:ext cx="704850" cy="952500"/>
          </a:xfrm>
          <a:prstGeom prst="rect">
            <a:avLst/>
          </a:prstGeom>
        </p:spPr>
      </p:pic>
      <p:sp>
        <p:nvSpPr>
          <p:cNvPr id="32" name="TextBox"/>
          <p:cNvSpPr txBox="1"/>
          <p:nvPr/>
        </p:nvSpPr>
        <p:spPr>
          <a:xfrm>
            <a:off x="1466850" y="1695450"/>
            <a:ext cx="154055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466850" y="2085975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总共74集</a:t>
            </a:r>
          </a:p>
        </p:txBody>
      </p:sp>
      <p:sp>
        <p:nvSpPr>
          <p:cNvPr id="34" name="Path"/>
          <p:cNvSpPr/>
          <p:nvPr/>
        </p:nvSpPr>
        <p:spPr>
          <a:xfrm>
            <a:off x="2635846" y="2124075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Path"/>
          <p:cNvSpPr/>
          <p:nvPr/>
        </p:nvSpPr>
        <p:spPr>
          <a:xfrm>
            <a:off x="2634832" y="2153603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2752725" y="2105025"/>
            <a:ext cx="426927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252.06K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466850" y="2286000"/>
            <a:ext cx="168237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After three years of giving up her career as a legendary lawyer to support her husband's rise to fa…</a:t>
            </a:r>
          </a:p>
        </p:txBody>
      </p:sp>
      <p:sp>
        <p:nvSpPr>
          <p:cNvPr id="38" name="Rectangle"/>
          <p:cNvSpPr/>
          <p:nvPr/>
        </p:nvSpPr>
        <p:spPr>
          <a:xfrm>
            <a:off x="1466850" y="2619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533525" y="2647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剧情</a:t>
            </a:r>
          </a:p>
        </p:txBody>
      </p:sp>
      <p:sp>
        <p:nvSpPr>
          <p:cNvPr id="40" name="Rectangle"/>
          <p:cNvSpPr/>
          <p:nvPr/>
        </p:nvSpPr>
        <p:spPr>
          <a:xfrm>
            <a:off x="1847850" y="2619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914525" y="2647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虐恋</a:t>
            </a:r>
          </a:p>
        </p:txBody>
      </p:sp>
      <p:sp>
        <p:nvSpPr>
          <p:cNvPr id="42" name="Rectangle"/>
          <p:cNvSpPr/>
          <p:nvPr/>
        </p:nvSpPr>
        <p:spPr>
          <a:xfrm>
            <a:off x="2228850" y="2619375"/>
            <a:ext cx="43815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2295525" y="2647950"/>
            <a:ext cx="30003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女强人</a:t>
            </a:r>
          </a:p>
        </p:txBody>
      </p:sp>
      <p:sp>
        <p:nvSpPr>
          <p:cNvPr id="44" name="Rectangle"/>
          <p:cNvSpPr/>
          <p:nvPr/>
        </p:nvSpPr>
        <p:spPr>
          <a:xfrm>
            <a:off x="157163" y="1604963"/>
            <a:ext cx="3114675" cy="1304925"/>
          </a:xfrm>
          <a:prstGeom prst="roundRect">
            <a:avLst>
              <a:gd name="adj" fmla="val 985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52400" y="3009900"/>
            <a:ext cx="3124200" cy="1143000"/>
          </a:xfrm>
          <a:prstGeom prst="roundRect">
            <a:avLst>
              <a:gd name="adj" fmla="val 11666"/>
            </a:avLst>
          </a:prstGeom>
          <a:solidFill>
            <a:srgbClr val="1A12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Path"/>
          <p:cNvSpPr/>
          <p:nvPr/>
        </p:nvSpPr>
        <p:spPr>
          <a:xfrm>
            <a:off x="343694" y="3115733"/>
            <a:ext cx="103187" cy="74083"/>
          </a:xfrm>
          <a:custGeom>
            <a:avLst/>
            <a:gdLst/>
            <a:ahLst/>
            <a:cxnLst/>
            <a:rect l="0" t="0" r="r" b="b"/>
            <a:pathLst>
              <a:path w="103187" h="74083">
                <a:moveTo>
                  <a:pt x="0" y="21167"/>
                </a:moveTo>
                <a:lnTo>
                  <a:pt x="25797" y="44979"/>
                </a:lnTo>
                <a:lnTo>
                  <a:pt x="51594" y="0"/>
                </a:lnTo>
                <a:lnTo>
                  <a:pt x="77391" y="44979"/>
                </a:lnTo>
                <a:lnTo>
                  <a:pt x="103187" y="21167"/>
                </a:lnTo>
                <a:lnTo>
                  <a:pt x="92869" y="74083"/>
                </a:lnTo>
                <a:lnTo>
                  <a:pt x="10319" y="74083"/>
                </a:lnTo>
                <a:lnTo>
                  <a:pt x="0" y="21167"/>
                </a:lnTo>
                <a:close/>
              </a:path>
            </a:pathLst>
          </a:cu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23850" y="3219450"/>
            <a:ext cx="1339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650">
                <a:solidFill>
                  <a:srgbClr val="E5484D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pic>
        <p:nvPicPr>
          <p:cNvPr id="48" name="Image"/>
          <p:cNvPicPr>
            <a:picLocks noChangeAspect="1"/>
          </p:cNvPicPr>
          <p:nvPr/>
        </p:nvPicPr>
        <p:blipFill>
          <a:blip r:embed="rId3"/>
          <a:srcRect l="667" r="667"/>
          <a:stretch>
            <a:fillRect/>
          </a:stretch>
        </p:blipFill>
        <p:spPr>
          <a:xfrm>
            <a:off x="647700" y="3105150"/>
            <a:ext cx="704850" cy="952500"/>
          </a:xfrm>
          <a:prstGeom prst="rect">
            <a:avLst/>
          </a:prstGeom>
        </p:spPr>
      </p:pic>
      <p:sp>
        <p:nvSpPr>
          <p:cNvPr id="49" name="TextBox"/>
          <p:cNvSpPr txBox="1"/>
          <p:nvPr/>
        </p:nvSpPr>
        <p:spPr>
          <a:xfrm>
            <a:off x="1466850" y="3105150"/>
            <a:ext cx="158177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466850" y="3324225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总共70集</a:t>
            </a:r>
          </a:p>
        </p:txBody>
      </p:sp>
      <p:sp>
        <p:nvSpPr>
          <p:cNvPr id="51" name="Path"/>
          <p:cNvSpPr/>
          <p:nvPr/>
        </p:nvSpPr>
        <p:spPr>
          <a:xfrm>
            <a:off x="2731096" y="3362325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2730082" y="3391853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2847975" y="3343275"/>
            <a:ext cx="33151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176.8K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1466850" y="3524250"/>
            <a:ext cx="1676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For fifteen years, I was their adopted son; I married their daughter. Then, a twist of fate ch…</a:t>
            </a:r>
          </a:p>
        </p:txBody>
      </p:sp>
      <p:sp>
        <p:nvSpPr>
          <p:cNvPr id="55" name="Rectangle"/>
          <p:cNvSpPr/>
          <p:nvPr/>
        </p:nvSpPr>
        <p:spPr>
          <a:xfrm>
            <a:off x="1466850" y="385762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1533525" y="388620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复仇</a:t>
            </a:r>
          </a:p>
        </p:txBody>
      </p:sp>
      <p:sp>
        <p:nvSpPr>
          <p:cNvPr id="57" name="Rectangle"/>
          <p:cNvSpPr/>
          <p:nvPr/>
        </p:nvSpPr>
        <p:spPr>
          <a:xfrm>
            <a:off x="1847850" y="385762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1914525" y="388620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重生</a:t>
            </a:r>
          </a:p>
        </p:txBody>
      </p:sp>
      <p:sp>
        <p:nvSpPr>
          <p:cNvPr id="59" name="Rectangle"/>
          <p:cNvSpPr/>
          <p:nvPr/>
        </p:nvSpPr>
        <p:spPr>
          <a:xfrm>
            <a:off x="2228850" y="385762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2295525" y="3886200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sp>
        <p:nvSpPr>
          <p:cNvPr id="61" name="Rectangle"/>
          <p:cNvSpPr/>
          <p:nvPr/>
        </p:nvSpPr>
        <p:spPr>
          <a:xfrm>
            <a:off x="157163" y="3014663"/>
            <a:ext cx="3114675" cy="1133475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152400" y="4248150"/>
            <a:ext cx="3124200" cy="1171575"/>
          </a:xfrm>
          <a:prstGeom prst="roundRect">
            <a:avLst>
              <a:gd name="adj" fmla="val 11382"/>
            </a:avLst>
          </a:prstGeom>
          <a:solidFill>
            <a:srgbClr val="1A12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Path"/>
          <p:cNvSpPr/>
          <p:nvPr/>
        </p:nvSpPr>
        <p:spPr>
          <a:xfrm>
            <a:off x="343694" y="4353983"/>
            <a:ext cx="103187" cy="74083"/>
          </a:xfrm>
          <a:custGeom>
            <a:avLst/>
            <a:gdLst/>
            <a:ahLst/>
            <a:cxnLst/>
            <a:rect l="0" t="0" r="r" b="b"/>
            <a:pathLst>
              <a:path w="103187" h="74083">
                <a:moveTo>
                  <a:pt x="0" y="21167"/>
                </a:moveTo>
                <a:lnTo>
                  <a:pt x="25797" y="44979"/>
                </a:lnTo>
                <a:lnTo>
                  <a:pt x="51594" y="0"/>
                </a:lnTo>
                <a:lnTo>
                  <a:pt x="77391" y="44979"/>
                </a:lnTo>
                <a:lnTo>
                  <a:pt x="103187" y="21167"/>
                </a:lnTo>
                <a:lnTo>
                  <a:pt x="92869" y="74083"/>
                </a:lnTo>
                <a:lnTo>
                  <a:pt x="10319" y="74083"/>
                </a:lnTo>
                <a:lnTo>
                  <a:pt x="0" y="21167"/>
                </a:lnTo>
                <a:close/>
              </a:path>
            </a:pathLst>
          </a:cu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323850" y="4457700"/>
            <a:ext cx="1373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650">
                <a:solidFill>
                  <a:srgbClr val="E5484D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pic>
        <p:nvPicPr>
          <p:cNvPr id="65" name="Image"/>
          <p:cNvPicPr>
            <a:picLocks noChangeAspect="1"/>
          </p:cNvPicPr>
          <p:nvPr/>
        </p:nvPicPr>
        <p:blipFill>
          <a:blip r:embed="rId4"/>
          <a:srcRect l="667" r="667"/>
          <a:stretch>
            <a:fillRect/>
          </a:stretch>
        </p:blipFill>
        <p:spPr>
          <a:xfrm>
            <a:off x="647700" y="4343400"/>
            <a:ext cx="704850" cy="952500"/>
          </a:xfrm>
          <a:prstGeom prst="rect">
            <a:avLst/>
          </a:prstGeom>
        </p:spPr>
      </p:pic>
      <p:sp>
        <p:nvSpPr>
          <p:cNvPr id="66" name="TextBox"/>
          <p:cNvSpPr txBox="1"/>
          <p:nvPr/>
        </p:nvSpPr>
        <p:spPr>
          <a:xfrm>
            <a:off x="1466850" y="434340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1050">
                <a:solidFill>
                  <a:srgbClr val="F5EEEE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67" name="TextBox"/>
          <p:cNvSpPr txBox="1"/>
          <p:nvPr/>
        </p:nvSpPr>
        <p:spPr>
          <a:xfrm>
            <a:off x="1466850" y="4733925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总共64集</a:t>
            </a:r>
          </a:p>
        </p:txBody>
      </p:sp>
      <p:sp>
        <p:nvSpPr>
          <p:cNvPr id="68" name="Path"/>
          <p:cNvSpPr/>
          <p:nvPr/>
        </p:nvSpPr>
        <p:spPr>
          <a:xfrm>
            <a:off x="2759671" y="4772025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Path"/>
          <p:cNvSpPr/>
          <p:nvPr/>
        </p:nvSpPr>
        <p:spPr>
          <a:xfrm>
            <a:off x="2758657" y="4801553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"/>
          <p:cNvSpPr txBox="1"/>
          <p:nvPr/>
        </p:nvSpPr>
        <p:spPr>
          <a:xfrm>
            <a:off x="2876550" y="4752975"/>
            <a:ext cx="301382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1.03M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1466850" y="4933950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父亲离世，巨额遗产引发暗潮…</a:t>
            </a:r>
          </a:p>
        </p:txBody>
      </p:sp>
      <p:sp>
        <p:nvSpPr>
          <p:cNvPr id="72" name="Rectangle"/>
          <p:cNvSpPr/>
          <p:nvPr/>
        </p:nvSpPr>
        <p:spPr>
          <a:xfrm>
            <a:off x="1466850" y="51244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1533525" y="51530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74" name="Rectangle"/>
          <p:cNvSpPr/>
          <p:nvPr/>
        </p:nvSpPr>
        <p:spPr>
          <a:xfrm>
            <a:off x="1847850" y="51244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"/>
          <p:cNvSpPr txBox="1"/>
          <p:nvPr/>
        </p:nvSpPr>
        <p:spPr>
          <a:xfrm>
            <a:off x="1914525" y="51530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灵魂互换</a:t>
            </a:r>
          </a:p>
        </p:txBody>
      </p:sp>
      <p:sp>
        <p:nvSpPr>
          <p:cNvPr id="76" name="Rectangle"/>
          <p:cNvSpPr/>
          <p:nvPr/>
        </p:nvSpPr>
        <p:spPr>
          <a:xfrm>
            <a:off x="2428875" y="5124450"/>
            <a:ext cx="6381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2495550" y="5153025"/>
            <a:ext cx="50006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追妻火葬场</a:t>
            </a:r>
          </a:p>
        </p:txBody>
      </p:sp>
      <p:sp>
        <p:nvSpPr>
          <p:cNvPr id="78" name="Rectangle"/>
          <p:cNvSpPr/>
          <p:nvPr/>
        </p:nvSpPr>
        <p:spPr>
          <a:xfrm>
            <a:off x="157163" y="4252913"/>
            <a:ext cx="3114675" cy="1162050"/>
          </a:xfrm>
          <a:prstGeom prst="roundRect">
            <a:avLst>
              <a:gd name="adj" fmla="val 11065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"/>
          <p:cNvSpPr/>
          <p:nvPr/>
        </p:nvSpPr>
        <p:spPr>
          <a:xfrm>
            <a:off x="152400" y="5514975"/>
            <a:ext cx="3124200" cy="1314450"/>
          </a:xfrm>
          <a:prstGeom prst="roundRect">
            <a:avLst>
              <a:gd name="adj" fmla="val 10144"/>
            </a:avLst>
          </a:prstGeom>
          <a:solidFill>
            <a:srgbClr val="1A12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314325" y="5610225"/>
            <a:ext cx="1460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650">
                <a:solidFill>
                  <a:srgbClr val="757A80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pic>
        <p:nvPicPr>
          <p:cNvPr id="81" name="Image"/>
          <p:cNvPicPr>
            <a:picLocks noChangeAspect="1"/>
          </p:cNvPicPr>
          <p:nvPr/>
        </p:nvPicPr>
        <p:blipFill>
          <a:blip r:embed="rId5"/>
          <a:srcRect l="667" r="667"/>
          <a:stretch>
            <a:fillRect/>
          </a:stretch>
        </p:blipFill>
        <p:spPr>
          <a:xfrm>
            <a:off x="647700" y="5610225"/>
            <a:ext cx="704850" cy="952500"/>
          </a:xfrm>
          <a:prstGeom prst="rect">
            <a:avLst/>
          </a:prstGeom>
        </p:spPr>
      </p:pic>
      <p:sp>
        <p:nvSpPr>
          <p:cNvPr id="82" name="TextBox"/>
          <p:cNvSpPr txBox="1"/>
          <p:nvPr/>
        </p:nvSpPr>
        <p:spPr>
          <a:xfrm>
            <a:off x="1466850" y="5610225"/>
            <a:ext cx="136787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1466850" y="600075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总共55集</a:t>
            </a:r>
          </a:p>
        </p:txBody>
      </p:sp>
      <p:sp>
        <p:nvSpPr>
          <p:cNvPr id="84" name="Path"/>
          <p:cNvSpPr/>
          <p:nvPr/>
        </p:nvSpPr>
        <p:spPr>
          <a:xfrm>
            <a:off x="2654896" y="603885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Path"/>
          <p:cNvSpPr/>
          <p:nvPr/>
        </p:nvSpPr>
        <p:spPr>
          <a:xfrm>
            <a:off x="2653882" y="606837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2771775" y="6019800"/>
            <a:ext cx="40518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591.33K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1466850" y="6200775"/>
            <a:ext cx="1611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The incognito genius chef Evelyn hid her identity until the day h…</a:t>
            </a:r>
          </a:p>
        </p:txBody>
      </p:sp>
      <p:sp>
        <p:nvSpPr>
          <p:cNvPr id="88" name="Rectangle"/>
          <p:cNvSpPr/>
          <p:nvPr/>
        </p:nvSpPr>
        <p:spPr>
          <a:xfrm>
            <a:off x="1466850" y="65341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"/>
          <p:cNvSpPr txBox="1"/>
          <p:nvPr/>
        </p:nvSpPr>
        <p:spPr>
          <a:xfrm>
            <a:off x="1533525" y="65627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爱情</a:t>
            </a:r>
          </a:p>
        </p:txBody>
      </p:sp>
      <p:sp>
        <p:nvSpPr>
          <p:cNvPr id="90" name="Rectangle"/>
          <p:cNvSpPr/>
          <p:nvPr/>
        </p:nvSpPr>
        <p:spPr>
          <a:xfrm>
            <a:off x="1847850" y="65341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1914525" y="65627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sp>
        <p:nvSpPr>
          <p:cNvPr id="92" name="Rectangle"/>
          <p:cNvSpPr/>
          <p:nvPr/>
        </p:nvSpPr>
        <p:spPr>
          <a:xfrm>
            <a:off x="2428875" y="65341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"/>
          <p:cNvSpPr txBox="1"/>
          <p:nvPr/>
        </p:nvSpPr>
        <p:spPr>
          <a:xfrm>
            <a:off x="2495550" y="65627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甜宠</a:t>
            </a:r>
          </a:p>
        </p:txBody>
      </p:sp>
      <p:sp>
        <p:nvSpPr>
          <p:cNvPr id="94" name="Rectangle"/>
          <p:cNvSpPr/>
          <p:nvPr/>
        </p:nvSpPr>
        <p:spPr>
          <a:xfrm>
            <a:off x="157163" y="5519738"/>
            <a:ext cx="3114675" cy="1304925"/>
          </a:xfrm>
          <a:prstGeom prst="roundRect">
            <a:avLst>
              <a:gd name="adj" fmla="val 985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152400" y="6924675"/>
            <a:ext cx="3124200" cy="1143000"/>
          </a:xfrm>
          <a:prstGeom prst="roundRect">
            <a:avLst>
              <a:gd name="adj" fmla="val 11666"/>
            </a:avLst>
          </a:prstGeom>
          <a:solidFill>
            <a:srgbClr val="1A12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323850" y="7019925"/>
            <a:ext cx="1330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650">
                <a:solidFill>
                  <a:srgbClr val="757A80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pic>
        <p:nvPicPr>
          <p:cNvPr id="97" name="Image"/>
          <p:cNvPicPr>
            <a:picLocks noChangeAspect="1"/>
          </p:cNvPicPr>
          <p:nvPr/>
        </p:nvPicPr>
        <p:blipFill>
          <a:blip r:embed="rId6"/>
          <a:srcRect l="667" r="667"/>
          <a:stretch>
            <a:fillRect/>
          </a:stretch>
        </p:blipFill>
        <p:spPr>
          <a:xfrm>
            <a:off x="647700" y="7019925"/>
            <a:ext cx="704850" cy="952500"/>
          </a:xfrm>
          <a:prstGeom prst="rect">
            <a:avLst/>
          </a:prstGeom>
        </p:spPr>
      </p:pic>
      <p:sp>
        <p:nvSpPr>
          <p:cNvPr id="98" name="TextBox"/>
          <p:cNvSpPr txBox="1"/>
          <p:nvPr/>
        </p:nvSpPr>
        <p:spPr>
          <a:xfrm>
            <a:off x="1466850" y="7019925"/>
            <a:ext cx="16467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F5EEEE"/>
                </a:solidFill>
                <a:latin typeface="Inter Bold"/>
                <a:ea typeface="Inter Bold"/>
                <a:cs typeface="Inter Bold"/>
              </a:rPr>
              <a:t>Barefoot Meets Billionaire</a:t>
            </a:r>
          </a:p>
        </p:txBody>
      </p:sp>
      <p:sp>
        <p:nvSpPr>
          <p:cNvPr id="99" name="TextBox"/>
          <p:cNvSpPr txBox="1"/>
          <p:nvPr/>
        </p:nvSpPr>
        <p:spPr>
          <a:xfrm>
            <a:off x="1466850" y="7239000"/>
            <a:ext cx="4306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总共68集</a:t>
            </a:r>
          </a:p>
        </p:txBody>
      </p:sp>
      <p:sp>
        <p:nvSpPr>
          <p:cNvPr id="100" name="Path"/>
          <p:cNvSpPr/>
          <p:nvPr/>
        </p:nvSpPr>
        <p:spPr>
          <a:xfrm>
            <a:off x="2645371" y="7277100"/>
            <a:ext cx="43058" cy="71871"/>
          </a:xfrm>
          <a:custGeom>
            <a:avLst/>
            <a:gdLst/>
            <a:ahLst/>
            <a:cxnLst/>
            <a:rect l="0" t="0" r="r" b="b"/>
            <a:pathLst>
              <a:path w="43058" h="71871">
                <a:moveTo>
                  <a:pt x="21628" y="0"/>
                </a:moveTo>
                <a:cubicBezTo>
                  <a:pt x="27342" y="20002"/>
                  <a:pt x="197" y="28574"/>
                  <a:pt x="197" y="49529"/>
                </a:cubicBezTo>
                <a:cubicBezTo>
                  <a:pt x="0" y="55447"/>
                  <a:pt x="1924" y="60568"/>
                  <a:pt x="5969" y="64892"/>
                </a:cubicBezTo>
                <a:cubicBezTo>
                  <a:pt x="10014" y="69216"/>
                  <a:pt x="14995" y="71476"/>
                  <a:pt x="20913" y="71674"/>
                </a:cubicBezTo>
                <a:cubicBezTo>
                  <a:pt x="26831" y="71871"/>
                  <a:pt x="31952" y="69947"/>
                  <a:pt x="36276" y="65902"/>
                </a:cubicBezTo>
                <a:cubicBezTo>
                  <a:pt x="40600" y="61857"/>
                  <a:pt x="42861" y="56875"/>
                  <a:pt x="43058" y="50957"/>
                </a:cubicBezTo>
                <a:cubicBezTo>
                  <a:pt x="43058" y="32384"/>
                  <a:pt x="26390" y="23812"/>
                  <a:pt x="21628" y="0"/>
                </a:cubicBezTo>
                <a:close/>
              </a:path>
            </a:pathLst>
          </a:custGeom>
          <a:solidFill>
            <a:srgbClr val="FF7A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Path"/>
          <p:cNvSpPr/>
          <p:nvPr/>
        </p:nvSpPr>
        <p:spPr>
          <a:xfrm>
            <a:off x="2644357" y="7306627"/>
            <a:ext cx="51284" cy="65867"/>
          </a:xfrm>
          <a:custGeom>
            <a:avLst/>
            <a:gdLst/>
            <a:ahLst/>
            <a:cxnLst/>
            <a:rect l="0" t="0" r="r" b="b"/>
            <a:pathLst>
              <a:path w="51284" h="65867">
                <a:moveTo>
                  <a:pt x="22556" y="65721"/>
                </a:moveTo>
                <a:cubicBezTo>
                  <a:pt x="30604" y="65726"/>
                  <a:pt x="37426" y="62825"/>
                  <a:pt x="43023" y="57018"/>
                </a:cubicBezTo>
                <a:cubicBezTo>
                  <a:pt x="48620" y="51212"/>
                  <a:pt x="51284" y="44270"/>
                  <a:pt x="51015" y="36194"/>
                </a:cubicBezTo>
                <a:cubicBezTo>
                  <a:pt x="51015" y="24765"/>
                  <a:pt x="45324" y="17145"/>
                  <a:pt x="37734" y="10001"/>
                </a:cubicBezTo>
                <a:cubicBezTo>
                  <a:pt x="39157" y="19526"/>
                  <a:pt x="33940" y="24765"/>
                  <a:pt x="28248" y="27146"/>
                </a:cubicBezTo>
                <a:cubicBezTo>
                  <a:pt x="29671" y="15240"/>
                  <a:pt x="23979" y="7144"/>
                  <a:pt x="16390" y="0"/>
                </a:cubicBezTo>
                <a:cubicBezTo>
                  <a:pt x="17339" y="15240"/>
                  <a:pt x="3583" y="21907"/>
                  <a:pt x="3583" y="35242"/>
                </a:cubicBezTo>
                <a:cubicBezTo>
                  <a:pt x="0" y="42289"/>
                  <a:pt x="297" y="49167"/>
                  <a:pt x="4473" y="55876"/>
                </a:cubicBezTo>
                <a:cubicBezTo>
                  <a:pt x="8650" y="62586"/>
                  <a:pt x="14677" y="65867"/>
                  <a:pt x="22556" y="65721"/>
                </a:cubicBezTo>
                <a:close/>
              </a:path>
            </a:pathLst>
          </a:custGeom>
          <a:solidFill>
            <a:srgbClr val="FFB2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2762250" y="7258050"/>
            <a:ext cx="41127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B27A"/>
                </a:solidFill>
                <a:latin typeface="Inter"/>
                <a:ea typeface="Inter"/>
                <a:cs typeface="Inter"/>
              </a:rPr>
              <a:t>402.31K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1466850" y="7439025"/>
            <a:ext cx="1697669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125"/>
              </a:lnSpc>
            </a:pPr>
            <a:r>
              <a:rPr lang="en-US" sz="825">
                <a:solidFill>
                  <a:srgbClr val="8C8282"/>
                </a:solidFill>
                <a:latin typeface="Noto Sans SC"/>
                <a:ea typeface="Noto Sans SC"/>
                <a:cs typeface="Noto Sans SC"/>
              </a:rPr>
              <a:t>A runaway bride meets the coldest billionaire on a paradise island…</a:t>
            </a:r>
          </a:p>
        </p:txBody>
      </p:sp>
      <p:sp>
        <p:nvSpPr>
          <p:cNvPr id="104" name="Rectangle"/>
          <p:cNvSpPr/>
          <p:nvPr/>
        </p:nvSpPr>
        <p:spPr>
          <a:xfrm>
            <a:off x="1466850" y="77724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"/>
          <p:cNvSpPr txBox="1"/>
          <p:nvPr/>
        </p:nvSpPr>
        <p:spPr>
          <a:xfrm>
            <a:off x="1533525" y="78009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106" name="Rectangle"/>
          <p:cNvSpPr/>
          <p:nvPr/>
        </p:nvSpPr>
        <p:spPr>
          <a:xfrm>
            <a:off x="1847850" y="777240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"/>
          <p:cNvSpPr txBox="1"/>
          <p:nvPr/>
        </p:nvSpPr>
        <p:spPr>
          <a:xfrm>
            <a:off x="1914525" y="78009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先婚后爱</a:t>
            </a:r>
          </a:p>
        </p:txBody>
      </p:sp>
      <p:sp>
        <p:nvSpPr>
          <p:cNvPr id="108" name="Rectangle"/>
          <p:cNvSpPr/>
          <p:nvPr/>
        </p:nvSpPr>
        <p:spPr>
          <a:xfrm>
            <a:off x="2428875" y="777240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"/>
          <p:cNvSpPr txBox="1"/>
          <p:nvPr/>
        </p:nvSpPr>
        <p:spPr>
          <a:xfrm>
            <a:off x="2495550" y="78009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奇幻</a:t>
            </a:r>
          </a:p>
        </p:txBody>
      </p:sp>
      <p:sp>
        <p:nvSpPr>
          <p:cNvPr id="110" name="Rectangle"/>
          <p:cNvSpPr/>
          <p:nvPr/>
        </p:nvSpPr>
        <p:spPr>
          <a:xfrm>
            <a:off x="157163" y="6929438"/>
            <a:ext cx="3114675" cy="1133475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"/>
          <p:cNvSpPr/>
          <p:nvPr/>
        </p:nvSpPr>
        <p:spPr>
          <a:xfrm>
            <a:off x="0" y="7239000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"/>
          <p:cNvSpPr/>
          <p:nvPr/>
        </p:nvSpPr>
        <p:spPr>
          <a:xfrm>
            <a:off x="0" y="72390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358775" y="7369175"/>
            <a:ext cx="139700" cy="148431"/>
          </a:xfrm>
          <a:custGeom>
            <a:avLst/>
            <a:gdLst/>
            <a:ahLst/>
            <a:cxnLst/>
            <a:rect l="0" t="0" r="r" b="b"/>
            <a:pathLst>
              <a:path w="139700" h="148431">
                <a:moveTo>
                  <a:pt x="0" y="59372"/>
                </a:moveTo>
                <a:lnTo>
                  <a:pt x="69850" y="0"/>
                </a:lnTo>
                <a:lnTo>
                  <a:pt x="139700" y="59372"/>
                </a:lnTo>
                <a:lnTo>
                  <a:pt x="139700" y="139700"/>
                </a:lnTo>
                <a:cubicBezTo>
                  <a:pt x="139700" y="142111"/>
                  <a:pt x="138848" y="144169"/>
                  <a:pt x="137143" y="145874"/>
                </a:cubicBezTo>
                <a:cubicBezTo>
                  <a:pt x="135438" y="147579"/>
                  <a:pt x="133380" y="148431"/>
                  <a:pt x="130969" y="148431"/>
                </a:cubicBezTo>
                <a:lnTo>
                  <a:pt x="90805" y="148431"/>
                </a:lnTo>
                <a:lnTo>
                  <a:pt x="90805" y="101282"/>
                </a:lnTo>
                <a:lnTo>
                  <a:pt x="48895" y="101282"/>
                </a:lnTo>
                <a:lnTo>
                  <a:pt x="48895" y="148431"/>
                </a:lnTo>
                <a:lnTo>
                  <a:pt x="8731" y="148431"/>
                </a:lnTo>
                <a:cubicBezTo>
                  <a:pt x="6320" y="148431"/>
                  <a:pt x="4262" y="147579"/>
                  <a:pt x="2557" y="145874"/>
                </a:cubicBezTo>
                <a:cubicBezTo>
                  <a:pt x="852" y="144169"/>
                  <a:pt x="0" y="142111"/>
                  <a:pt x="0" y="139700"/>
                </a:cubicBezTo>
                <a:lnTo>
                  <a:pt x="0" y="59372"/>
                </a:lnTo>
                <a:close/>
              </a:path>
            </a:pathLst>
          </a:cu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3333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115" name="Path"/>
          <p:cNvSpPr/>
          <p:nvPr/>
        </p:nvSpPr>
        <p:spPr>
          <a:xfrm>
            <a:off x="1203563" y="7347948"/>
            <a:ext cx="151156" cy="169121"/>
          </a:xfrm>
          <a:custGeom>
            <a:avLst/>
            <a:gdLst/>
            <a:ahLst/>
            <a:cxnLst/>
            <a:rect l="0" t="0" r="r" b="b"/>
            <a:pathLst>
              <a:path w="151156" h="169121">
                <a:moveTo>
                  <a:pt x="63743" y="12278"/>
                </a:moveTo>
                <a:quadBezTo>
                  <a:pt x="67134" y="5566"/>
                  <a:pt x="73989" y="2883"/>
                </a:quadBezTo>
                <a:quadBezTo>
                  <a:pt x="81353" y="0"/>
                  <a:pt x="88356" y="3424"/>
                </a:quadBezTo>
                <a:quadBezTo>
                  <a:pt x="97020" y="7347"/>
                  <a:pt x="100714" y="16584"/>
                </a:quadBezTo>
                <a:quadBezTo>
                  <a:pt x="104254" y="25438"/>
                  <a:pt x="101313" y="34264"/>
                </a:quadBezTo>
                <a:quadBezTo>
                  <a:pt x="101282" y="34358"/>
                  <a:pt x="101248" y="34452"/>
                </a:quadBezTo>
                <a:quadBezTo>
                  <a:pt x="101214" y="34545"/>
                  <a:pt x="101178" y="34638"/>
                </a:quadBezTo>
                <a:lnTo>
                  <a:pt x="93247" y="55041"/>
                </a:lnTo>
                <a:lnTo>
                  <a:pt x="123308" y="55041"/>
                </a:lnTo>
                <a:quadBezTo>
                  <a:pt x="135428" y="54793"/>
                  <a:pt x="143293" y="64234"/>
                </a:quadBezTo>
                <a:quadBezTo>
                  <a:pt x="151156" y="73674"/>
                  <a:pt x="148697" y="85712"/>
                </a:quadBezTo>
                <a:lnTo>
                  <a:pt x="139118" y="136241"/>
                </a:lnTo>
                <a:quadBezTo>
                  <a:pt x="137248" y="145419"/>
                  <a:pt x="130023" y="151201"/>
                </a:quadBezTo>
                <a:quadBezTo>
                  <a:pt x="122797" y="156984"/>
                  <a:pt x="113544" y="156798"/>
                </a:quadBezTo>
                <a:lnTo>
                  <a:pt x="46741" y="156799"/>
                </a:lnTo>
                <a:lnTo>
                  <a:pt x="46741" y="160927"/>
                </a:lnTo>
                <a:quadBezTo>
                  <a:pt x="46839" y="164321"/>
                  <a:pt x="44370" y="166652"/>
                </a:quadBezTo>
                <a:quadBezTo>
                  <a:pt x="42039" y="169121"/>
                  <a:pt x="38645" y="169023"/>
                </a:quadBezTo>
                <a:lnTo>
                  <a:pt x="17697" y="169023"/>
                </a:lnTo>
                <a:quadBezTo>
                  <a:pt x="10366" y="169023"/>
                  <a:pt x="5182" y="163838"/>
                </a:quadBezTo>
                <a:quadBezTo>
                  <a:pt x="0" y="158653"/>
                  <a:pt x="0" y="151322"/>
                </a:quadBezTo>
                <a:lnTo>
                  <a:pt x="0" y="86711"/>
                </a:lnTo>
                <a:quadBezTo>
                  <a:pt x="0" y="79380"/>
                  <a:pt x="5182" y="74196"/>
                </a:quadBezTo>
                <a:quadBezTo>
                  <a:pt x="10366" y="69011"/>
                  <a:pt x="17697" y="69011"/>
                </a:quadBezTo>
                <a:lnTo>
                  <a:pt x="33766" y="69011"/>
                </a:lnTo>
                <a:lnTo>
                  <a:pt x="63743" y="12278"/>
                </a:lnTo>
                <a:close/>
                <a:moveTo>
                  <a:pt x="46741" y="140607"/>
                </a:moveTo>
                <a:lnTo>
                  <a:pt x="113870" y="140608"/>
                </a:lnTo>
                <a:quadBezTo>
                  <a:pt x="117259" y="140677"/>
                  <a:pt x="119905" y="138559"/>
                </a:quadBezTo>
                <a:quadBezTo>
                  <a:pt x="122553" y="136440"/>
                  <a:pt x="123209" y="133225"/>
                </a:quadBezTo>
                <a:lnTo>
                  <a:pt x="132832" y="82471"/>
                </a:lnTo>
                <a:quadBezTo>
                  <a:pt x="133734" y="78058"/>
                  <a:pt x="130851" y="74598"/>
                </a:quadBezTo>
                <a:quadBezTo>
                  <a:pt x="127970" y="71140"/>
                  <a:pt x="123308" y="71233"/>
                </a:quadBezTo>
                <a:lnTo>
                  <a:pt x="81413" y="71233"/>
                </a:lnTo>
                <a:quadBezTo>
                  <a:pt x="80660" y="71233"/>
                  <a:pt x="79921" y="71094"/>
                </a:quadBezTo>
                <a:quadBezTo>
                  <a:pt x="79181" y="70956"/>
                  <a:pt x="78479" y="70683"/>
                </a:quadBezTo>
                <a:quadBezTo>
                  <a:pt x="75281" y="69544"/>
                  <a:pt x="74003" y="66398"/>
                </a:quadBezTo>
                <a:quadBezTo>
                  <a:pt x="72546" y="63331"/>
                  <a:pt x="73867" y="60203"/>
                </a:quadBezTo>
                <a:lnTo>
                  <a:pt x="86003" y="28984"/>
                </a:lnTo>
                <a:quadBezTo>
                  <a:pt x="86984" y="25861"/>
                  <a:pt x="85678" y="22596"/>
                </a:quadBezTo>
                <a:quadBezTo>
                  <a:pt x="84394" y="19383"/>
                  <a:pt x="81615" y="18147"/>
                </a:quadBezTo>
                <a:quadBezTo>
                  <a:pt x="81531" y="18110"/>
                  <a:pt x="81448" y="18071"/>
                </a:quadBezTo>
                <a:quadBezTo>
                  <a:pt x="81365" y="18031"/>
                  <a:pt x="81282" y="17990"/>
                </a:quadBezTo>
                <a:quadBezTo>
                  <a:pt x="80639" y="17668"/>
                  <a:pt x="79891" y="17961"/>
                </a:quadBezTo>
                <a:quadBezTo>
                  <a:pt x="78788" y="18393"/>
                  <a:pt x="78181" y="19608"/>
                </a:quadBezTo>
                <a:quadBezTo>
                  <a:pt x="78161" y="19649"/>
                  <a:pt x="78140" y="19689"/>
                </a:quadBezTo>
                <a:quadBezTo>
                  <a:pt x="78119" y="19730"/>
                  <a:pt x="78098" y="19770"/>
                </a:quadBezTo>
                <a:lnTo>
                  <a:pt x="46741" y="79114"/>
                </a:lnTo>
                <a:lnTo>
                  <a:pt x="46741" y="140607"/>
                </a:lnTo>
                <a:close/>
                <a:moveTo>
                  <a:pt x="16634" y="85644"/>
                </a:moveTo>
                <a:quadBezTo>
                  <a:pt x="16193" y="86086"/>
                  <a:pt x="16193" y="86711"/>
                </a:quadBezTo>
                <a:lnTo>
                  <a:pt x="16193" y="151322"/>
                </a:lnTo>
                <a:quadBezTo>
                  <a:pt x="16193" y="151948"/>
                  <a:pt x="16634" y="152390"/>
                </a:quadBezTo>
                <a:quadBezTo>
                  <a:pt x="17075" y="152831"/>
                  <a:pt x="17697" y="152831"/>
                </a:quadBezTo>
                <a:lnTo>
                  <a:pt x="30549" y="152831"/>
                </a:lnTo>
                <a:lnTo>
                  <a:pt x="30549" y="85203"/>
                </a:lnTo>
                <a:lnTo>
                  <a:pt x="17697" y="85203"/>
                </a:lnTo>
                <a:quadBezTo>
                  <a:pt x="17075" y="85203"/>
                  <a:pt x="16634" y="85644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"/>
          <p:cNvSpPr txBox="1"/>
          <p:nvPr/>
        </p:nvSpPr>
        <p:spPr>
          <a:xfrm>
            <a:off x="119062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117" name="Rectangle"/>
          <p:cNvSpPr/>
          <p:nvPr/>
        </p:nvSpPr>
        <p:spPr>
          <a:xfrm>
            <a:off x="2069783" y="7409339"/>
            <a:ext cx="146685" cy="99536"/>
          </a:xfrm>
          <a:prstGeom prst="roundRect">
            <a:avLst>
              <a:gd name="adj" fmla="val 1913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8" name="Rectangle"/>
          <p:cNvSpPr/>
          <p:nvPr/>
        </p:nvSpPr>
        <p:spPr>
          <a:xfrm>
            <a:off x="2061051" y="7379652"/>
            <a:ext cx="164148" cy="29686"/>
          </a:xfrm>
          <a:prstGeom prst="roundRect">
            <a:avLst>
              <a:gd name="adj" fmla="val 44919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9" name="Path"/>
          <p:cNvSpPr/>
          <p:nvPr/>
        </p:nvSpPr>
        <p:spPr>
          <a:xfrm>
            <a:off x="2099269" y="7354433"/>
            <a:ext cx="87712" cy="154441"/>
          </a:xfrm>
          <a:custGeom>
            <a:avLst/>
            <a:gdLst/>
            <a:ahLst/>
            <a:cxnLst/>
            <a:rect l="0" t="0" r="r" b="b"/>
            <a:pathLst>
              <a:path w="87712" h="154441">
                <a:moveTo>
                  <a:pt x="86763" y="21564"/>
                </a:moveTo>
                <a:quadBezTo>
                  <a:pt x="85530" y="33890"/>
                  <a:pt x="71315" y="35996"/>
                </a:quadBezTo>
                <a:quadBezTo>
                  <a:pt x="63307" y="37183"/>
                  <a:pt x="51000" y="34461"/>
                </a:quadBezTo>
                <a:lnTo>
                  <a:pt x="51000" y="154441"/>
                </a:lnTo>
                <a:lnTo>
                  <a:pt x="36712" y="154441"/>
                </a:lnTo>
                <a:lnTo>
                  <a:pt x="36712" y="34461"/>
                </a:lnTo>
                <a:quadBezTo>
                  <a:pt x="24406" y="37183"/>
                  <a:pt x="16397" y="35996"/>
                </a:quadBezTo>
                <a:quadBezTo>
                  <a:pt x="2182" y="33890"/>
                  <a:pt x="950" y="21564"/>
                </a:quadBezTo>
                <a:lnTo>
                  <a:pt x="8058" y="20853"/>
                </a:lnTo>
                <a:lnTo>
                  <a:pt x="944" y="21500"/>
                </a:lnTo>
                <a:quadBezTo>
                  <a:pt x="0" y="11119"/>
                  <a:pt x="6047" y="5412"/>
                </a:quadBezTo>
                <a:quadBezTo>
                  <a:pt x="11782" y="0"/>
                  <a:pt x="21001" y="1220"/>
                </a:quadBezTo>
                <a:quadBezTo>
                  <a:pt x="28517" y="2215"/>
                  <a:pt x="36171" y="7477"/>
                </a:quadBezTo>
                <a:quadBezTo>
                  <a:pt x="40290" y="10309"/>
                  <a:pt x="43856" y="13987"/>
                </a:quadBezTo>
                <a:quadBezTo>
                  <a:pt x="47423" y="10309"/>
                  <a:pt x="51542" y="7477"/>
                </a:quadBezTo>
                <a:quadBezTo>
                  <a:pt x="59195" y="2215"/>
                  <a:pt x="66712" y="1220"/>
                </a:quadBezTo>
                <a:quadBezTo>
                  <a:pt x="75930" y="0"/>
                  <a:pt x="81665" y="5412"/>
                </a:quadBezTo>
                <a:quadBezTo>
                  <a:pt x="87712" y="11119"/>
                  <a:pt x="86769" y="21500"/>
                </a:quadBezTo>
                <a:lnTo>
                  <a:pt x="79654" y="20853"/>
                </a:lnTo>
                <a:lnTo>
                  <a:pt x="86763" y="21564"/>
                </a:lnTo>
                <a:close/>
                <a:moveTo>
                  <a:pt x="59636" y="19250"/>
                </a:moveTo>
                <a:quadBezTo>
                  <a:pt x="58344" y="20139"/>
                  <a:pt x="57120" y="21152"/>
                </a:quadBezTo>
                <a:quadBezTo>
                  <a:pt x="64602" y="22547"/>
                  <a:pt x="69221" y="21863"/>
                </a:quadBezTo>
                <a:quadBezTo>
                  <a:pt x="72398" y="21393"/>
                  <a:pt x="72544" y="20161"/>
                </a:quadBezTo>
                <a:quadBezTo>
                  <a:pt x="72848" y="16737"/>
                  <a:pt x="71859" y="15803"/>
                </a:quadBezTo>
                <a:quadBezTo>
                  <a:pt x="71067" y="15056"/>
                  <a:pt x="68586" y="15384"/>
                </a:quadBezTo>
                <a:quadBezTo>
                  <a:pt x="64466" y="15929"/>
                  <a:pt x="59636" y="19250"/>
                </a:quadBezTo>
                <a:close/>
                <a:moveTo>
                  <a:pt x="18491" y="21863"/>
                </a:moveTo>
                <a:quadBezTo>
                  <a:pt x="23111" y="22547"/>
                  <a:pt x="30592" y="21152"/>
                </a:quadBezTo>
                <a:quadBezTo>
                  <a:pt x="29369" y="20139"/>
                  <a:pt x="28076" y="19250"/>
                </a:quadBezTo>
                <a:quadBezTo>
                  <a:pt x="23246" y="15929"/>
                  <a:pt x="19126" y="15384"/>
                </a:quadBezTo>
                <a:quadBezTo>
                  <a:pt x="16645" y="15056"/>
                  <a:pt x="15853" y="15803"/>
                </a:quadBezTo>
                <a:quadBezTo>
                  <a:pt x="14864" y="16737"/>
                  <a:pt x="15168" y="20161"/>
                </a:quadBezTo>
                <a:quadBezTo>
                  <a:pt x="15315" y="21392"/>
                  <a:pt x="18491" y="21863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"/>
          <p:cNvSpPr txBox="1"/>
          <p:nvPr/>
        </p:nvSpPr>
        <p:spPr>
          <a:xfrm>
            <a:off x="20478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121" name="Ellipse"/>
          <p:cNvSpPr/>
          <p:nvPr/>
        </p:nvSpPr>
        <p:spPr>
          <a:xfrm>
            <a:off x="2968069" y="7373541"/>
            <a:ext cx="64611" cy="64611"/>
          </a:xfrm>
          <a:prstGeom prst="ellipse">
            <a:avLst/>
          </a:prstGeom>
          <a:noFill/>
          <a:ln w="17145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2" name="Path"/>
          <p:cNvSpPr/>
          <p:nvPr/>
        </p:nvSpPr>
        <p:spPr>
          <a:xfrm>
            <a:off x="2928222" y="7451407"/>
            <a:ext cx="144307" cy="66756"/>
          </a:xfrm>
          <a:custGeom>
            <a:avLst/>
            <a:gdLst/>
            <a:ahLst/>
            <a:cxnLst/>
            <a:rect l="0" t="0" r="r" b="b"/>
            <a:pathLst>
              <a:path w="144307" h="66756">
                <a:moveTo>
                  <a:pt x="972" y="55388"/>
                </a:moveTo>
                <a:quadBezTo>
                  <a:pt x="7479" y="29358"/>
                  <a:pt x="27381" y="14383"/>
                </a:quadBezTo>
                <a:quadBezTo>
                  <a:pt x="46495" y="0"/>
                  <a:pt x="72153" y="0"/>
                </a:quadBezTo>
                <a:quadBezTo>
                  <a:pt x="97812" y="0"/>
                  <a:pt x="116926" y="14383"/>
                </a:quadBezTo>
                <a:quadBezTo>
                  <a:pt x="136828" y="29358"/>
                  <a:pt x="143335" y="55388"/>
                </a:quadBezTo>
                <a:quadBezTo>
                  <a:pt x="144307" y="58850"/>
                  <a:pt x="142369" y="61878"/>
                </a:quadBezTo>
                <a:quadBezTo>
                  <a:pt x="140609" y="65013"/>
                  <a:pt x="137098" y="65784"/>
                </a:quadBezTo>
                <a:quadBezTo>
                  <a:pt x="133636" y="66756"/>
                  <a:pt x="130608" y="64818"/>
                </a:quadBezTo>
                <a:quadBezTo>
                  <a:pt x="127473" y="63058"/>
                  <a:pt x="126702" y="59547"/>
                </a:quadBezTo>
                <a:quadBezTo>
                  <a:pt x="121667" y="39407"/>
                  <a:pt x="106617" y="28083"/>
                </a:quadBezTo>
                <a:quadBezTo>
                  <a:pt x="92082" y="17145"/>
                  <a:pt x="72153" y="17145"/>
                </a:quadBezTo>
                <a:quadBezTo>
                  <a:pt x="52225" y="17145"/>
                  <a:pt x="37690" y="28083"/>
                </a:quadBezTo>
                <a:quadBezTo>
                  <a:pt x="22640" y="39407"/>
                  <a:pt x="17605" y="59547"/>
                </a:quadBezTo>
                <a:quadBezTo>
                  <a:pt x="16834" y="63058"/>
                  <a:pt x="13699" y="64818"/>
                </a:quadBezTo>
                <a:quadBezTo>
                  <a:pt x="10671" y="66756"/>
                  <a:pt x="7209" y="65784"/>
                </a:quadBezTo>
                <a:quadBezTo>
                  <a:pt x="3698" y="65013"/>
                  <a:pt x="1938" y="61878"/>
                </a:quadBezTo>
                <a:quadBezTo>
                  <a:pt x="0" y="58850"/>
                  <a:pt x="972" y="55388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"/>
          <p:cNvSpPr txBox="1"/>
          <p:nvPr/>
        </p:nvSpPr>
        <p:spPr>
          <a:xfrm>
            <a:off x="2952750" y="7572375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124" name="Rectangle"/>
          <p:cNvSpPr/>
          <p:nvPr/>
        </p:nvSpPr>
        <p:spPr>
          <a:xfrm>
            <a:off x="1143000" y="77819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B09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gradFill>
            <a:gsLst>
              <a:gs pos="0">
                <a:srgbClr val="4D141A"/>
              </a:gs>
              <a:gs pos="22000">
                <a:srgbClr val="290F12"/>
              </a:gs>
              <a:gs pos="48000">
                <a:srgbClr val="120A0B"/>
              </a:gs>
              <a:gs pos="75000">
                <a:srgbClr val="0B0909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52400" y="495300"/>
            <a:ext cx="3124200" cy="381000"/>
          </a:xfrm>
          <a:prstGeom prst="roundRect">
            <a:avLst>
              <a:gd name="adj" fmla="val 50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304800" y="600075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搜索你喜欢的短剧</a:t>
            </a:r>
          </a:p>
        </p:txBody>
      </p:sp>
      <p:sp>
        <p:nvSpPr>
          <p:cNvPr id="18" name="Ellipse"/>
          <p:cNvSpPr/>
          <p:nvPr/>
        </p:nvSpPr>
        <p:spPr>
          <a:xfrm>
            <a:off x="3000375" y="628650"/>
            <a:ext cx="100013" cy="100013"/>
          </a:xfrm>
          <a:prstGeom prst="ellipse">
            <a:avLst/>
          </a:prstGeom>
          <a:noFill/>
          <a:ln w="19050">
            <a:solidFill>
              <a:srgbClr val="FFFFFF">
                <a:alpha val="85098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3080032" y="708307"/>
            <a:ext cx="51427" cy="51427"/>
          </a:xfrm>
          <a:custGeom>
            <a:avLst/>
            <a:gdLst/>
            <a:ahLst/>
            <a:cxnLst/>
            <a:rect l="0" t="0" r="r" b="b"/>
            <a:pathLst>
              <a:path w="51427" h="51427">
                <a:moveTo>
                  <a:pt x="16375" y="2905"/>
                </a:moveTo>
                <a:lnTo>
                  <a:pt x="48522" y="35052"/>
                </a:lnTo>
                <a:quadBezTo>
                  <a:pt x="51427" y="37794"/>
                  <a:pt x="51312" y="41787"/>
                </a:quadBezTo>
                <a:quadBezTo>
                  <a:pt x="51427" y="45780"/>
                  <a:pt x="48522" y="48522"/>
                </a:quadBezTo>
                <a:quadBezTo>
                  <a:pt x="45780" y="51427"/>
                  <a:pt x="41787" y="51312"/>
                </a:quadBezTo>
                <a:quadBezTo>
                  <a:pt x="37794" y="51427"/>
                  <a:pt x="35052" y="48522"/>
                </a:quadBezTo>
                <a:lnTo>
                  <a:pt x="2905" y="16375"/>
                </a:ln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close/>
              </a:path>
            </a:pathLst>
          </a:custGeom>
          <a:solidFill>
            <a:srgbClr val="FFFFFF">
              <a:alpha val="85098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57163" y="500063"/>
            <a:ext cx="31146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524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发现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6286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榜单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049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新剧</a:t>
            </a:r>
          </a:p>
        </p:txBody>
      </p:sp>
      <p:sp>
        <p:nvSpPr>
          <p:cNvPr id="24" name="Rectangle"/>
          <p:cNvSpPr/>
          <p:nvPr/>
        </p:nvSpPr>
        <p:spPr>
          <a:xfrm>
            <a:off x="1171575" y="1276350"/>
            <a:ext cx="15240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5811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英语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205740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亚洲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2533650" y="1028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免费</a:t>
            </a:r>
          </a:p>
        </p:txBody>
      </p:sp>
      <p:pic>
        <p:nvPicPr>
          <p:cNvPr id="28" name="Image"/>
          <p:cNvPicPr>
            <a:picLocks noChangeAspect="1"/>
          </p:cNvPicPr>
          <p:nvPr/>
        </p:nvPicPr>
        <p:blipFill>
          <a:blip r:embed="rId2"/>
          <a:srcRect t="78" b="78"/>
          <a:stretch>
            <a:fillRect/>
          </a:stretch>
        </p:blipFill>
        <p:spPr>
          <a:xfrm>
            <a:off x="152400" y="1600200"/>
            <a:ext cx="1524000" cy="2028825"/>
          </a:xfrm>
          <a:prstGeom prst="rect">
            <a:avLst/>
          </a:prstGeom>
        </p:spPr>
      </p:pic>
      <p:sp>
        <p:nvSpPr>
          <p:cNvPr id="29" name="TextBox"/>
          <p:cNvSpPr txBox="1"/>
          <p:nvPr/>
        </p:nvSpPr>
        <p:spPr>
          <a:xfrm>
            <a:off x="152400" y="3705225"/>
            <a:ext cx="1430517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en-US" sz="975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sp>
        <p:nvSpPr>
          <p:cNvPr id="30" name="Rectangle"/>
          <p:cNvSpPr/>
          <p:nvPr/>
        </p:nvSpPr>
        <p:spPr>
          <a:xfrm>
            <a:off x="152400" y="41052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219075" y="41338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剧情</a:t>
            </a:r>
          </a:p>
        </p:txBody>
      </p:sp>
      <p:sp>
        <p:nvSpPr>
          <p:cNvPr id="32" name="Rectangle"/>
          <p:cNvSpPr/>
          <p:nvPr/>
        </p:nvSpPr>
        <p:spPr>
          <a:xfrm>
            <a:off x="533400" y="41052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600075" y="41338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虐恋</a:t>
            </a:r>
          </a:p>
        </p:txBody>
      </p:sp>
      <p:sp>
        <p:nvSpPr>
          <p:cNvPr id="34" name="Rectangle"/>
          <p:cNvSpPr/>
          <p:nvPr/>
        </p:nvSpPr>
        <p:spPr>
          <a:xfrm>
            <a:off x="914400" y="4105275"/>
            <a:ext cx="43815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981075" y="4133850"/>
            <a:ext cx="30003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女强人</a:t>
            </a:r>
          </a:p>
        </p:txBody>
      </p:sp>
      <p:pic>
        <p:nvPicPr>
          <p:cNvPr id="36" name="Image"/>
          <p:cNvPicPr>
            <a:picLocks noChangeAspect="1"/>
          </p:cNvPicPr>
          <p:nvPr/>
        </p:nvPicPr>
        <p:blipFill>
          <a:blip r:embed="rId3"/>
          <a:srcRect t="78" b="78"/>
          <a:stretch>
            <a:fillRect/>
          </a:stretch>
        </p:blipFill>
        <p:spPr>
          <a:xfrm>
            <a:off x="1752600" y="1600200"/>
            <a:ext cx="1524000" cy="2028825"/>
          </a:xfrm>
          <a:prstGeom prst="rect">
            <a:avLst/>
          </a:prstGeom>
        </p:spPr>
      </p:pic>
      <p:sp>
        <p:nvSpPr>
          <p:cNvPr id="37" name="TextBox"/>
          <p:cNvSpPr txBox="1"/>
          <p:nvPr/>
        </p:nvSpPr>
        <p:spPr>
          <a:xfrm>
            <a:off x="1752600" y="3705225"/>
            <a:ext cx="14687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en-US" sz="975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38" name="Rectangle"/>
          <p:cNvSpPr/>
          <p:nvPr/>
        </p:nvSpPr>
        <p:spPr>
          <a:xfrm>
            <a:off x="1752600" y="39433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819275" y="39719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复仇</a:t>
            </a:r>
          </a:p>
        </p:txBody>
      </p:sp>
      <p:sp>
        <p:nvSpPr>
          <p:cNvPr id="40" name="Rectangle"/>
          <p:cNvSpPr/>
          <p:nvPr/>
        </p:nvSpPr>
        <p:spPr>
          <a:xfrm>
            <a:off x="2133600" y="3943350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2200275" y="397192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重生</a:t>
            </a:r>
          </a:p>
        </p:txBody>
      </p:sp>
      <p:sp>
        <p:nvSpPr>
          <p:cNvPr id="42" name="Rectangle"/>
          <p:cNvSpPr/>
          <p:nvPr/>
        </p:nvSpPr>
        <p:spPr>
          <a:xfrm>
            <a:off x="2514600" y="39433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2581275" y="39719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pic>
        <p:nvPicPr>
          <p:cNvPr id="44" name="Image"/>
          <p:cNvPicPr>
            <a:picLocks noChangeAspect="1"/>
          </p:cNvPicPr>
          <p:nvPr/>
        </p:nvPicPr>
        <p:blipFill>
          <a:blip r:embed="rId4"/>
          <a:srcRect t="78" b="78"/>
          <a:stretch>
            <a:fillRect/>
          </a:stretch>
        </p:blipFill>
        <p:spPr>
          <a:xfrm>
            <a:off x="152400" y="4476750"/>
            <a:ext cx="1524000" cy="2028825"/>
          </a:xfrm>
          <a:prstGeom prst="rect">
            <a:avLst/>
          </a:prstGeom>
        </p:spPr>
      </p:pic>
      <p:sp>
        <p:nvSpPr>
          <p:cNvPr id="45" name="TextBox"/>
          <p:cNvSpPr txBox="1"/>
          <p:nvPr/>
        </p:nvSpPr>
        <p:spPr>
          <a:xfrm>
            <a:off x="152400" y="6581775"/>
            <a:ext cx="14859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975">
                <a:solidFill>
                  <a:srgbClr val="F2ECEC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46" name="Rectangle"/>
          <p:cNvSpPr/>
          <p:nvPr/>
        </p:nvSpPr>
        <p:spPr>
          <a:xfrm>
            <a:off x="152400" y="698182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219075" y="701040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48" name="Rectangle"/>
          <p:cNvSpPr/>
          <p:nvPr/>
        </p:nvSpPr>
        <p:spPr>
          <a:xfrm>
            <a:off x="533400" y="698182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600075" y="7010400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灵魂互换</a:t>
            </a:r>
          </a:p>
        </p:txBody>
      </p:sp>
      <p:sp>
        <p:nvSpPr>
          <p:cNvPr id="50" name="Rectangle"/>
          <p:cNvSpPr/>
          <p:nvPr/>
        </p:nvSpPr>
        <p:spPr>
          <a:xfrm>
            <a:off x="1114425" y="6981825"/>
            <a:ext cx="6381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181100" y="7010400"/>
            <a:ext cx="50006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追妻火葬场</a:t>
            </a:r>
          </a:p>
        </p:txBody>
      </p:sp>
      <p:pic>
        <p:nvPicPr>
          <p:cNvPr id="52" name="Image"/>
          <p:cNvPicPr>
            <a:picLocks noChangeAspect="1"/>
          </p:cNvPicPr>
          <p:nvPr/>
        </p:nvPicPr>
        <p:blipFill>
          <a:blip r:embed="rId5"/>
          <a:srcRect t="78" b="78"/>
          <a:stretch>
            <a:fillRect/>
          </a:stretch>
        </p:blipFill>
        <p:spPr>
          <a:xfrm>
            <a:off x="1752600" y="4476750"/>
            <a:ext cx="1524000" cy="2028825"/>
          </a:xfrm>
          <a:prstGeom prst="rect">
            <a:avLst/>
          </a:prstGeom>
        </p:spPr>
      </p:pic>
      <p:sp>
        <p:nvSpPr>
          <p:cNvPr id="53" name="TextBox"/>
          <p:cNvSpPr txBox="1"/>
          <p:nvPr/>
        </p:nvSpPr>
        <p:spPr>
          <a:xfrm>
            <a:off x="1752600" y="6581775"/>
            <a:ext cx="1270174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en-US" sz="975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54" name="Rectangle"/>
          <p:cNvSpPr/>
          <p:nvPr/>
        </p:nvSpPr>
        <p:spPr>
          <a:xfrm>
            <a:off x="1752600" y="698182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1819275" y="701040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爱情</a:t>
            </a:r>
          </a:p>
        </p:txBody>
      </p:sp>
      <p:sp>
        <p:nvSpPr>
          <p:cNvPr id="56" name="Rectangle"/>
          <p:cNvSpPr/>
          <p:nvPr/>
        </p:nvSpPr>
        <p:spPr>
          <a:xfrm>
            <a:off x="2133600" y="698182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2200275" y="7010400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隐藏身份</a:t>
            </a:r>
          </a:p>
        </p:txBody>
      </p:sp>
      <p:sp>
        <p:nvSpPr>
          <p:cNvPr id="58" name="Rectangle"/>
          <p:cNvSpPr/>
          <p:nvPr/>
        </p:nvSpPr>
        <p:spPr>
          <a:xfrm>
            <a:off x="2714625" y="698182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2781300" y="701040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甜宠</a:t>
            </a:r>
          </a:p>
        </p:txBody>
      </p:sp>
      <p:pic>
        <p:nvPicPr>
          <p:cNvPr id="60" name="Image"/>
          <p:cNvPicPr>
            <a:picLocks noChangeAspect="1"/>
          </p:cNvPicPr>
          <p:nvPr/>
        </p:nvPicPr>
        <p:blipFill>
          <a:blip r:embed="rId6"/>
          <a:srcRect t="78" b="78"/>
          <a:stretch>
            <a:fillRect/>
          </a:stretch>
        </p:blipFill>
        <p:spPr>
          <a:xfrm>
            <a:off x="152400" y="7353300"/>
            <a:ext cx="1524000" cy="2028825"/>
          </a:xfrm>
          <a:prstGeom prst="rect">
            <a:avLst/>
          </a:prstGeom>
        </p:spPr>
      </p:pic>
      <p:sp>
        <p:nvSpPr>
          <p:cNvPr id="61" name="TextBox"/>
          <p:cNvSpPr txBox="1"/>
          <p:nvPr/>
        </p:nvSpPr>
        <p:spPr>
          <a:xfrm>
            <a:off x="152400" y="9458325"/>
            <a:ext cx="9457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en-US" sz="975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Barefoot Meets Billionaire</a:t>
            </a:r>
          </a:p>
        </p:txBody>
      </p:sp>
      <p:sp>
        <p:nvSpPr>
          <p:cNvPr id="62" name="Rectangle"/>
          <p:cNvSpPr/>
          <p:nvPr/>
        </p:nvSpPr>
        <p:spPr>
          <a:xfrm>
            <a:off x="152400" y="9858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219075" y="9886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64" name="Rectangle"/>
          <p:cNvSpPr/>
          <p:nvPr/>
        </p:nvSpPr>
        <p:spPr>
          <a:xfrm>
            <a:off x="533400" y="985837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"/>
          <p:cNvSpPr txBox="1"/>
          <p:nvPr/>
        </p:nvSpPr>
        <p:spPr>
          <a:xfrm>
            <a:off x="600075" y="9886950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先婚后爱</a:t>
            </a:r>
          </a:p>
        </p:txBody>
      </p:sp>
      <p:sp>
        <p:nvSpPr>
          <p:cNvPr id="66" name="Rectangle"/>
          <p:cNvSpPr/>
          <p:nvPr/>
        </p:nvSpPr>
        <p:spPr>
          <a:xfrm>
            <a:off x="1114425" y="9858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1181100" y="9886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奇幻</a:t>
            </a:r>
          </a:p>
        </p:txBody>
      </p:sp>
      <p:pic>
        <p:nvPicPr>
          <p:cNvPr id="68" name="Image"/>
          <p:cNvPicPr>
            <a:picLocks noChangeAspect="1"/>
          </p:cNvPicPr>
          <p:nvPr/>
        </p:nvPicPr>
        <p:blipFill>
          <a:blip r:embed="rId7"/>
          <a:srcRect t="78" b="78"/>
          <a:stretch>
            <a:fillRect/>
          </a:stretch>
        </p:blipFill>
        <p:spPr>
          <a:xfrm>
            <a:off x="1752600" y="7353300"/>
            <a:ext cx="1524000" cy="2028825"/>
          </a:xfrm>
          <a:prstGeom prst="rect">
            <a:avLst/>
          </a:prstGeom>
        </p:spPr>
      </p:pic>
      <p:sp>
        <p:nvSpPr>
          <p:cNvPr id="69" name="TextBox"/>
          <p:cNvSpPr txBox="1"/>
          <p:nvPr/>
        </p:nvSpPr>
        <p:spPr>
          <a:xfrm>
            <a:off x="1752600" y="9458325"/>
            <a:ext cx="1299739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en-US" sz="975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sp>
        <p:nvSpPr>
          <p:cNvPr id="70" name="Rectangle"/>
          <p:cNvSpPr/>
          <p:nvPr/>
        </p:nvSpPr>
        <p:spPr>
          <a:xfrm>
            <a:off x="1752600" y="9858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1819275" y="9886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战地</a:t>
            </a:r>
          </a:p>
        </p:txBody>
      </p:sp>
      <p:sp>
        <p:nvSpPr>
          <p:cNvPr id="72" name="Rectangle"/>
          <p:cNvSpPr/>
          <p:nvPr/>
        </p:nvSpPr>
        <p:spPr>
          <a:xfrm>
            <a:off x="2133600" y="9858375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2200275" y="9886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虐恋</a:t>
            </a:r>
          </a:p>
        </p:txBody>
      </p:sp>
      <p:sp>
        <p:nvSpPr>
          <p:cNvPr id="74" name="Rectangle"/>
          <p:cNvSpPr/>
          <p:nvPr/>
        </p:nvSpPr>
        <p:spPr>
          <a:xfrm>
            <a:off x="2714625" y="9858375"/>
            <a:ext cx="33337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"/>
          <p:cNvSpPr txBox="1"/>
          <p:nvPr/>
        </p:nvSpPr>
        <p:spPr>
          <a:xfrm>
            <a:off x="2781300" y="9886950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救赎</a:t>
            </a:r>
          </a:p>
        </p:txBody>
      </p:sp>
      <p:sp>
        <p:nvSpPr>
          <p:cNvPr id="76" name="Rectangle"/>
          <p:cNvSpPr/>
          <p:nvPr/>
        </p:nvSpPr>
        <p:spPr>
          <a:xfrm>
            <a:off x="0" y="7239000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0" y="72390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Path"/>
          <p:cNvSpPr/>
          <p:nvPr/>
        </p:nvSpPr>
        <p:spPr>
          <a:xfrm>
            <a:off x="358775" y="7369175"/>
            <a:ext cx="139700" cy="148431"/>
          </a:xfrm>
          <a:custGeom>
            <a:avLst/>
            <a:gdLst/>
            <a:ahLst/>
            <a:cxnLst/>
            <a:rect l="0" t="0" r="r" b="b"/>
            <a:pathLst>
              <a:path w="139700" h="148431">
                <a:moveTo>
                  <a:pt x="0" y="59372"/>
                </a:moveTo>
                <a:lnTo>
                  <a:pt x="69850" y="0"/>
                </a:lnTo>
                <a:lnTo>
                  <a:pt x="139700" y="59372"/>
                </a:lnTo>
                <a:lnTo>
                  <a:pt x="139700" y="139700"/>
                </a:lnTo>
                <a:cubicBezTo>
                  <a:pt x="139700" y="142111"/>
                  <a:pt x="138848" y="144169"/>
                  <a:pt x="137143" y="145874"/>
                </a:cubicBezTo>
                <a:cubicBezTo>
                  <a:pt x="135438" y="147579"/>
                  <a:pt x="133380" y="148431"/>
                  <a:pt x="130969" y="148431"/>
                </a:cubicBezTo>
                <a:lnTo>
                  <a:pt x="90805" y="148431"/>
                </a:lnTo>
                <a:lnTo>
                  <a:pt x="90805" y="101282"/>
                </a:lnTo>
                <a:lnTo>
                  <a:pt x="48895" y="101282"/>
                </a:lnTo>
                <a:lnTo>
                  <a:pt x="48895" y="148431"/>
                </a:lnTo>
                <a:lnTo>
                  <a:pt x="8731" y="148431"/>
                </a:lnTo>
                <a:cubicBezTo>
                  <a:pt x="6320" y="148431"/>
                  <a:pt x="4262" y="147579"/>
                  <a:pt x="2557" y="145874"/>
                </a:cubicBezTo>
                <a:cubicBezTo>
                  <a:pt x="852" y="144169"/>
                  <a:pt x="0" y="142111"/>
                  <a:pt x="0" y="139700"/>
                </a:cubicBezTo>
                <a:lnTo>
                  <a:pt x="0" y="59372"/>
                </a:lnTo>
                <a:close/>
              </a:path>
            </a:pathLst>
          </a:cu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"/>
          <p:cNvSpPr txBox="1"/>
          <p:nvPr/>
        </p:nvSpPr>
        <p:spPr>
          <a:xfrm>
            <a:off x="3333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80" name="Path"/>
          <p:cNvSpPr/>
          <p:nvPr/>
        </p:nvSpPr>
        <p:spPr>
          <a:xfrm>
            <a:off x="1203563" y="7347948"/>
            <a:ext cx="151156" cy="169121"/>
          </a:xfrm>
          <a:custGeom>
            <a:avLst/>
            <a:gdLst/>
            <a:ahLst/>
            <a:cxnLst/>
            <a:rect l="0" t="0" r="r" b="b"/>
            <a:pathLst>
              <a:path w="151156" h="169121">
                <a:moveTo>
                  <a:pt x="63743" y="12278"/>
                </a:moveTo>
                <a:quadBezTo>
                  <a:pt x="67134" y="5566"/>
                  <a:pt x="73989" y="2883"/>
                </a:quadBezTo>
                <a:quadBezTo>
                  <a:pt x="81353" y="0"/>
                  <a:pt x="88356" y="3424"/>
                </a:quadBezTo>
                <a:quadBezTo>
                  <a:pt x="97020" y="7347"/>
                  <a:pt x="100714" y="16584"/>
                </a:quadBezTo>
                <a:quadBezTo>
                  <a:pt x="104254" y="25438"/>
                  <a:pt x="101313" y="34264"/>
                </a:quadBezTo>
                <a:quadBezTo>
                  <a:pt x="101282" y="34358"/>
                  <a:pt x="101248" y="34452"/>
                </a:quadBezTo>
                <a:quadBezTo>
                  <a:pt x="101214" y="34545"/>
                  <a:pt x="101178" y="34638"/>
                </a:quadBezTo>
                <a:lnTo>
                  <a:pt x="93247" y="55041"/>
                </a:lnTo>
                <a:lnTo>
                  <a:pt x="123308" y="55041"/>
                </a:lnTo>
                <a:quadBezTo>
                  <a:pt x="135428" y="54793"/>
                  <a:pt x="143293" y="64234"/>
                </a:quadBezTo>
                <a:quadBezTo>
                  <a:pt x="151156" y="73674"/>
                  <a:pt x="148697" y="85712"/>
                </a:quadBezTo>
                <a:lnTo>
                  <a:pt x="139118" y="136241"/>
                </a:lnTo>
                <a:quadBezTo>
                  <a:pt x="137248" y="145419"/>
                  <a:pt x="130023" y="151201"/>
                </a:quadBezTo>
                <a:quadBezTo>
                  <a:pt x="122797" y="156984"/>
                  <a:pt x="113544" y="156798"/>
                </a:quadBezTo>
                <a:lnTo>
                  <a:pt x="46741" y="156799"/>
                </a:lnTo>
                <a:lnTo>
                  <a:pt x="46741" y="160927"/>
                </a:lnTo>
                <a:quadBezTo>
                  <a:pt x="46839" y="164321"/>
                  <a:pt x="44370" y="166652"/>
                </a:quadBezTo>
                <a:quadBezTo>
                  <a:pt x="42039" y="169121"/>
                  <a:pt x="38645" y="169023"/>
                </a:quadBezTo>
                <a:lnTo>
                  <a:pt x="17697" y="169023"/>
                </a:lnTo>
                <a:quadBezTo>
                  <a:pt x="10366" y="169023"/>
                  <a:pt x="5182" y="163838"/>
                </a:quadBezTo>
                <a:quadBezTo>
                  <a:pt x="0" y="158653"/>
                  <a:pt x="0" y="151322"/>
                </a:quadBezTo>
                <a:lnTo>
                  <a:pt x="0" y="86711"/>
                </a:lnTo>
                <a:quadBezTo>
                  <a:pt x="0" y="79380"/>
                  <a:pt x="5182" y="74196"/>
                </a:quadBezTo>
                <a:quadBezTo>
                  <a:pt x="10366" y="69011"/>
                  <a:pt x="17697" y="69011"/>
                </a:quadBezTo>
                <a:lnTo>
                  <a:pt x="33766" y="69011"/>
                </a:lnTo>
                <a:lnTo>
                  <a:pt x="63743" y="12278"/>
                </a:lnTo>
                <a:close/>
                <a:moveTo>
                  <a:pt x="46741" y="140607"/>
                </a:moveTo>
                <a:lnTo>
                  <a:pt x="113870" y="140608"/>
                </a:lnTo>
                <a:quadBezTo>
                  <a:pt x="117259" y="140677"/>
                  <a:pt x="119905" y="138559"/>
                </a:quadBezTo>
                <a:quadBezTo>
                  <a:pt x="122553" y="136440"/>
                  <a:pt x="123209" y="133225"/>
                </a:quadBezTo>
                <a:lnTo>
                  <a:pt x="132832" y="82471"/>
                </a:lnTo>
                <a:quadBezTo>
                  <a:pt x="133734" y="78058"/>
                  <a:pt x="130851" y="74598"/>
                </a:quadBezTo>
                <a:quadBezTo>
                  <a:pt x="127970" y="71140"/>
                  <a:pt x="123308" y="71233"/>
                </a:quadBezTo>
                <a:lnTo>
                  <a:pt x="81413" y="71233"/>
                </a:lnTo>
                <a:quadBezTo>
                  <a:pt x="80660" y="71233"/>
                  <a:pt x="79921" y="71094"/>
                </a:quadBezTo>
                <a:quadBezTo>
                  <a:pt x="79181" y="70956"/>
                  <a:pt x="78479" y="70683"/>
                </a:quadBezTo>
                <a:quadBezTo>
                  <a:pt x="75281" y="69544"/>
                  <a:pt x="74003" y="66398"/>
                </a:quadBezTo>
                <a:quadBezTo>
                  <a:pt x="72546" y="63331"/>
                  <a:pt x="73867" y="60203"/>
                </a:quadBezTo>
                <a:lnTo>
                  <a:pt x="86003" y="28984"/>
                </a:lnTo>
                <a:quadBezTo>
                  <a:pt x="86984" y="25861"/>
                  <a:pt x="85678" y="22596"/>
                </a:quadBezTo>
                <a:quadBezTo>
                  <a:pt x="84394" y="19383"/>
                  <a:pt x="81615" y="18147"/>
                </a:quadBezTo>
                <a:quadBezTo>
                  <a:pt x="81531" y="18110"/>
                  <a:pt x="81448" y="18071"/>
                </a:quadBezTo>
                <a:quadBezTo>
                  <a:pt x="81365" y="18031"/>
                  <a:pt x="81282" y="17990"/>
                </a:quadBezTo>
                <a:quadBezTo>
                  <a:pt x="80639" y="17668"/>
                  <a:pt x="79891" y="17961"/>
                </a:quadBezTo>
                <a:quadBezTo>
                  <a:pt x="78788" y="18393"/>
                  <a:pt x="78181" y="19608"/>
                </a:quadBezTo>
                <a:quadBezTo>
                  <a:pt x="78161" y="19649"/>
                  <a:pt x="78140" y="19689"/>
                </a:quadBezTo>
                <a:quadBezTo>
                  <a:pt x="78119" y="19730"/>
                  <a:pt x="78098" y="19770"/>
                </a:quadBezTo>
                <a:lnTo>
                  <a:pt x="46741" y="79114"/>
                </a:lnTo>
                <a:lnTo>
                  <a:pt x="46741" y="140607"/>
                </a:lnTo>
                <a:close/>
                <a:moveTo>
                  <a:pt x="16634" y="85644"/>
                </a:moveTo>
                <a:quadBezTo>
                  <a:pt x="16193" y="86086"/>
                  <a:pt x="16193" y="86711"/>
                </a:quadBezTo>
                <a:lnTo>
                  <a:pt x="16193" y="151322"/>
                </a:lnTo>
                <a:quadBezTo>
                  <a:pt x="16193" y="151948"/>
                  <a:pt x="16634" y="152390"/>
                </a:quadBezTo>
                <a:quadBezTo>
                  <a:pt x="17075" y="152831"/>
                  <a:pt x="17697" y="152831"/>
                </a:quadBezTo>
                <a:lnTo>
                  <a:pt x="30549" y="152831"/>
                </a:lnTo>
                <a:lnTo>
                  <a:pt x="30549" y="85203"/>
                </a:lnTo>
                <a:lnTo>
                  <a:pt x="17697" y="85203"/>
                </a:lnTo>
                <a:quadBezTo>
                  <a:pt x="17075" y="85203"/>
                  <a:pt x="16634" y="85644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"/>
          <p:cNvSpPr txBox="1"/>
          <p:nvPr/>
        </p:nvSpPr>
        <p:spPr>
          <a:xfrm>
            <a:off x="119062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82" name="Rectangle"/>
          <p:cNvSpPr/>
          <p:nvPr/>
        </p:nvSpPr>
        <p:spPr>
          <a:xfrm>
            <a:off x="2069783" y="7409339"/>
            <a:ext cx="146685" cy="99536"/>
          </a:xfrm>
          <a:prstGeom prst="roundRect">
            <a:avLst>
              <a:gd name="adj" fmla="val 1913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2061051" y="7379652"/>
            <a:ext cx="164148" cy="29686"/>
          </a:xfrm>
          <a:prstGeom prst="roundRect">
            <a:avLst>
              <a:gd name="adj" fmla="val 44919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4" name="Path"/>
          <p:cNvSpPr/>
          <p:nvPr/>
        </p:nvSpPr>
        <p:spPr>
          <a:xfrm>
            <a:off x="2099269" y="7354433"/>
            <a:ext cx="87712" cy="154441"/>
          </a:xfrm>
          <a:custGeom>
            <a:avLst/>
            <a:gdLst/>
            <a:ahLst/>
            <a:cxnLst/>
            <a:rect l="0" t="0" r="r" b="b"/>
            <a:pathLst>
              <a:path w="87712" h="154441">
                <a:moveTo>
                  <a:pt x="86763" y="21564"/>
                </a:moveTo>
                <a:quadBezTo>
                  <a:pt x="85530" y="33890"/>
                  <a:pt x="71315" y="35996"/>
                </a:quadBezTo>
                <a:quadBezTo>
                  <a:pt x="63307" y="37183"/>
                  <a:pt x="51000" y="34461"/>
                </a:quadBezTo>
                <a:lnTo>
                  <a:pt x="51000" y="154441"/>
                </a:lnTo>
                <a:lnTo>
                  <a:pt x="36712" y="154441"/>
                </a:lnTo>
                <a:lnTo>
                  <a:pt x="36712" y="34461"/>
                </a:lnTo>
                <a:quadBezTo>
                  <a:pt x="24406" y="37183"/>
                  <a:pt x="16397" y="35996"/>
                </a:quadBezTo>
                <a:quadBezTo>
                  <a:pt x="2182" y="33890"/>
                  <a:pt x="950" y="21564"/>
                </a:quadBezTo>
                <a:lnTo>
                  <a:pt x="8058" y="20853"/>
                </a:lnTo>
                <a:lnTo>
                  <a:pt x="944" y="21500"/>
                </a:lnTo>
                <a:quadBezTo>
                  <a:pt x="0" y="11119"/>
                  <a:pt x="6047" y="5412"/>
                </a:quadBezTo>
                <a:quadBezTo>
                  <a:pt x="11782" y="0"/>
                  <a:pt x="21001" y="1220"/>
                </a:quadBezTo>
                <a:quadBezTo>
                  <a:pt x="28517" y="2215"/>
                  <a:pt x="36171" y="7477"/>
                </a:quadBezTo>
                <a:quadBezTo>
                  <a:pt x="40290" y="10309"/>
                  <a:pt x="43856" y="13987"/>
                </a:quadBezTo>
                <a:quadBezTo>
                  <a:pt x="47423" y="10309"/>
                  <a:pt x="51542" y="7477"/>
                </a:quadBezTo>
                <a:quadBezTo>
                  <a:pt x="59195" y="2215"/>
                  <a:pt x="66712" y="1220"/>
                </a:quadBezTo>
                <a:quadBezTo>
                  <a:pt x="75930" y="0"/>
                  <a:pt x="81665" y="5412"/>
                </a:quadBezTo>
                <a:quadBezTo>
                  <a:pt x="87712" y="11119"/>
                  <a:pt x="86769" y="21500"/>
                </a:quadBezTo>
                <a:lnTo>
                  <a:pt x="79654" y="20853"/>
                </a:lnTo>
                <a:lnTo>
                  <a:pt x="86763" y="21564"/>
                </a:lnTo>
                <a:close/>
                <a:moveTo>
                  <a:pt x="59636" y="19250"/>
                </a:moveTo>
                <a:quadBezTo>
                  <a:pt x="58344" y="20139"/>
                  <a:pt x="57120" y="21152"/>
                </a:quadBezTo>
                <a:quadBezTo>
                  <a:pt x="64602" y="22547"/>
                  <a:pt x="69221" y="21863"/>
                </a:quadBezTo>
                <a:quadBezTo>
                  <a:pt x="72398" y="21393"/>
                  <a:pt x="72544" y="20161"/>
                </a:quadBezTo>
                <a:quadBezTo>
                  <a:pt x="72848" y="16737"/>
                  <a:pt x="71859" y="15803"/>
                </a:quadBezTo>
                <a:quadBezTo>
                  <a:pt x="71067" y="15056"/>
                  <a:pt x="68586" y="15384"/>
                </a:quadBezTo>
                <a:quadBezTo>
                  <a:pt x="64466" y="15929"/>
                  <a:pt x="59636" y="19250"/>
                </a:quadBezTo>
                <a:close/>
                <a:moveTo>
                  <a:pt x="18491" y="21863"/>
                </a:moveTo>
                <a:quadBezTo>
                  <a:pt x="23111" y="22547"/>
                  <a:pt x="30592" y="21152"/>
                </a:quadBezTo>
                <a:quadBezTo>
                  <a:pt x="29369" y="20139"/>
                  <a:pt x="28076" y="19250"/>
                </a:quadBezTo>
                <a:quadBezTo>
                  <a:pt x="23246" y="15929"/>
                  <a:pt x="19126" y="15384"/>
                </a:quadBezTo>
                <a:quadBezTo>
                  <a:pt x="16645" y="15056"/>
                  <a:pt x="15853" y="15803"/>
                </a:quadBezTo>
                <a:quadBezTo>
                  <a:pt x="14864" y="16737"/>
                  <a:pt x="15168" y="20161"/>
                </a:quadBezTo>
                <a:quadBezTo>
                  <a:pt x="15315" y="21392"/>
                  <a:pt x="18491" y="21863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"/>
          <p:cNvSpPr txBox="1"/>
          <p:nvPr/>
        </p:nvSpPr>
        <p:spPr>
          <a:xfrm>
            <a:off x="20478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86" name="Ellipse"/>
          <p:cNvSpPr/>
          <p:nvPr/>
        </p:nvSpPr>
        <p:spPr>
          <a:xfrm>
            <a:off x="2968069" y="7373541"/>
            <a:ext cx="64611" cy="64611"/>
          </a:xfrm>
          <a:prstGeom prst="ellipse">
            <a:avLst/>
          </a:prstGeom>
          <a:noFill/>
          <a:ln w="17145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7" name="Path"/>
          <p:cNvSpPr/>
          <p:nvPr/>
        </p:nvSpPr>
        <p:spPr>
          <a:xfrm>
            <a:off x="2928222" y="7451407"/>
            <a:ext cx="144307" cy="66756"/>
          </a:xfrm>
          <a:custGeom>
            <a:avLst/>
            <a:gdLst/>
            <a:ahLst/>
            <a:cxnLst/>
            <a:rect l="0" t="0" r="r" b="b"/>
            <a:pathLst>
              <a:path w="144307" h="66756">
                <a:moveTo>
                  <a:pt x="972" y="55388"/>
                </a:moveTo>
                <a:quadBezTo>
                  <a:pt x="7479" y="29358"/>
                  <a:pt x="27381" y="14383"/>
                </a:quadBezTo>
                <a:quadBezTo>
                  <a:pt x="46495" y="0"/>
                  <a:pt x="72153" y="0"/>
                </a:quadBezTo>
                <a:quadBezTo>
                  <a:pt x="97812" y="0"/>
                  <a:pt x="116926" y="14383"/>
                </a:quadBezTo>
                <a:quadBezTo>
                  <a:pt x="136828" y="29358"/>
                  <a:pt x="143335" y="55388"/>
                </a:quadBezTo>
                <a:quadBezTo>
                  <a:pt x="144307" y="58850"/>
                  <a:pt x="142369" y="61878"/>
                </a:quadBezTo>
                <a:quadBezTo>
                  <a:pt x="140609" y="65013"/>
                  <a:pt x="137098" y="65784"/>
                </a:quadBezTo>
                <a:quadBezTo>
                  <a:pt x="133636" y="66756"/>
                  <a:pt x="130608" y="64818"/>
                </a:quadBezTo>
                <a:quadBezTo>
                  <a:pt x="127473" y="63058"/>
                  <a:pt x="126702" y="59547"/>
                </a:quadBezTo>
                <a:quadBezTo>
                  <a:pt x="121667" y="39407"/>
                  <a:pt x="106617" y="28083"/>
                </a:quadBezTo>
                <a:quadBezTo>
                  <a:pt x="92082" y="17145"/>
                  <a:pt x="72153" y="17145"/>
                </a:quadBezTo>
                <a:quadBezTo>
                  <a:pt x="52225" y="17145"/>
                  <a:pt x="37690" y="28083"/>
                </a:quadBezTo>
                <a:quadBezTo>
                  <a:pt x="22640" y="39407"/>
                  <a:pt x="17605" y="59547"/>
                </a:quadBezTo>
                <a:quadBezTo>
                  <a:pt x="16834" y="63058"/>
                  <a:pt x="13699" y="64818"/>
                </a:quadBezTo>
                <a:quadBezTo>
                  <a:pt x="10671" y="66756"/>
                  <a:pt x="7209" y="65784"/>
                </a:quadBezTo>
                <a:quadBezTo>
                  <a:pt x="3698" y="65013"/>
                  <a:pt x="1938" y="61878"/>
                </a:quadBezTo>
                <a:quadBezTo>
                  <a:pt x="0" y="58850"/>
                  <a:pt x="972" y="55388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2952750" y="7572375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89" name="Rectangle"/>
          <p:cNvSpPr/>
          <p:nvPr/>
        </p:nvSpPr>
        <p:spPr>
          <a:xfrm>
            <a:off x="1143000" y="77819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429000" cy="2286000"/>
          </a:xfrm>
          <a:prstGeom prst="rect">
            <a:avLst/>
          </a:prstGeom>
          <a:gradFill>
            <a:gsLst>
              <a:gs pos="0">
                <a:srgbClr val="331217"/>
              </a:gs>
              <a:gs pos="100000">
                <a:srgbClr val="331217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280532" y="566282"/>
            <a:ext cx="112036" cy="200936"/>
          </a:xfrm>
          <a:custGeom>
            <a:avLst/>
            <a:gdLst/>
            <a:ahLst/>
            <a:cxnLst/>
            <a:rect l="0" t="0" r="r" b="b"/>
            <a:pathLst>
              <a:path w="112036" h="200936">
                <a:moveTo>
                  <a:pt x="108550" y="19650"/>
                </a:moveTo>
                <a:lnTo>
                  <a:pt x="27732" y="100468"/>
                </a:lnTo>
                <a:lnTo>
                  <a:pt x="108550" y="181286"/>
                </a:lnTo>
                <a:quadBezTo>
                  <a:pt x="112036" y="184576"/>
                  <a:pt x="111898" y="189368"/>
                </a:quadBezTo>
                <a:quadBezTo>
                  <a:pt x="112036" y="194159"/>
                  <a:pt x="108550" y="197450"/>
                </a:quadBezTo>
                <a:quadBezTo>
                  <a:pt x="105259" y="200936"/>
                  <a:pt x="100468" y="200798"/>
                </a:quadBezTo>
                <a:quadBezTo>
                  <a:pt x="95676" y="200936"/>
                  <a:pt x="92386" y="197450"/>
                </a:quadBezTo>
                <a:lnTo>
                  <a:pt x="3486" y="108550"/>
                </a:lnTo>
                <a:quadBezTo>
                  <a:pt x="0" y="105260"/>
                  <a:pt x="138" y="100468"/>
                </a:quadBezTo>
                <a:quadBezTo>
                  <a:pt x="0" y="95676"/>
                  <a:pt x="3486" y="92386"/>
                </a:quadBezTo>
                <a:lnTo>
                  <a:pt x="92386" y="3486"/>
                </a:lnTo>
                <a:quadBezTo>
                  <a:pt x="95676" y="0"/>
                  <a:pt x="100468" y="138"/>
                </a:quadBezTo>
                <a:quadBezTo>
                  <a:pt x="105259" y="0"/>
                  <a:pt x="108550" y="3486"/>
                </a:quadBezTo>
                <a:quadBezTo>
                  <a:pt x="112036" y="6776"/>
                  <a:pt x="111898" y="11568"/>
                </a:quadBezTo>
                <a:quadBezTo>
                  <a:pt x="112036" y="16360"/>
                  <a:pt x="108550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2933700" y="57150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注册</a:t>
            </a:r>
          </a:p>
        </p:txBody>
      </p:sp>
      <p:sp>
        <p:nvSpPr>
          <p:cNvPr id="18" name="Rectangle"/>
          <p:cNvSpPr/>
          <p:nvPr/>
        </p:nvSpPr>
        <p:spPr>
          <a:xfrm>
            <a:off x="1371600" y="1428750"/>
            <a:ext cx="685800" cy="685800"/>
          </a:xfrm>
          <a:prstGeom prst="roundRect">
            <a:avLst>
              <a:gd name="adj" fmla="val 27777"/>
            </a:avLst>
          </a:prstGeom>
          <a:gradFill>
            <a:gsLst>
              <a:gs pos="0">
                <a:srgbClr val="FF4D8C"/>
              </a:gs>
              <a:gs pos="100000">
                <a:srgbClr val="FF7A45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562100" y="1581150"/>
            <a:ext cx="29949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FFFFFF"/>
                </a:solidFill>
                <a:latin typeface="Inter"/>
                <a:ea typeface="Inter"/>
                <a:cs typeface="Inter"/>
              </a:rPr>
              <a:t>M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59011" y="2400300"/>
            <a:ext cx="211097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Welcome to MiniTV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71550" y="2762250"/>
            <a:ext cx="14859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8A8080"/>
                </a:solidFill>
                <a:latin typeface="Noto Sans SC"/>
                <a:ea typeface="Noto Sans SC"/>
                <a:cs typeface="Noto Sans SC"/>
              </a:rPr>
              <a:t>绑定三方登录享受更多福利</a:t>
            </a:r>
          </a:p>
        </p:txBody>
      </p:sp>
      <p:sp>
        <p:nvSpPr>
          <p:cNvPr id="22" name="Rectangle"/>
          <p:cNvSpPr/>
          <p:nvPr/>
        </p:nvSpPr>
        <p:spPr>
          <a:xfrm>
            <a:off x="228600" y="314325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3574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893763" y="3319463"/>
            <a:ext cx="65087" cy="123825"/>
          </a:xfrm>
          <a:custGeom>
            <a:avLst/>
            <a:gdLst/>
            <a:ahLst/>
            <a:cxnLst/>
            <a:rect l="0" t="0" r="r" b="b"/>
            <a:pathLst>
              <a:path w="65087" h="123825">
                <a:moveTo>
                  <a:pt x="42069" y="123825"/>
                </a:moveTo>
                <a:lnTo>
                  <a:pt x="42069" y="68263"/>
                </a:lnTo>
                <a:lnTo>
                  <a:pt x="61119" y="68263"/>
                </a:lnTo>
                <a:lnTo>
                  <a:pt x="64294" y="46037"/>
                </a:lnTo>
                <a:lnTo>
                  <a:pt x="42069" y="46037"/>
                </a:lnTo>
                <a:lnTo>
                  <a:pt x="42069" y="31750"/>
                </a:lnTo>
                <a:cubicBezTo>
                  <a:pt x="42069" y="25400"/>
                  <a:pt x="44450" y="20637"/>
                  <a:pt x="53975" y="20637"/>
                </a:cubicBezTo>
                <a:lnTo>
                  <a:pt x="65087" y="20637"/>
                </a:lnTo>
                <a:lnTo>
                  <a:pt x="65087" y="794"/>
                </a:lnTo>
                <a:cubicBezTo>
                  <a:pt x="62706" y="794"/>
                  <a:pt x="55563" y="0"/>
                  <a:pt x="47625" y="0"/>
                </a:cubicBezTo>
                <a:cubicBezTo>
                  <a:pt x="30163" y="0"/>
                  <a:pt x="18256" y="10319"/>
                  <a:pt x="18256" y="29369"/>
                </a:cubicBezTo>
                <a:lnTo>
                  <a:pt x="18256" y="46038"/>
                </a:lnTo>
                <a:lnTo>
                  <a:pt x="0" y="46038"/>
                </a:lnTo>
                <a:lnTo>
                  <a:pt x="0" y="68263"/>
                </a:lnTo>
                <a:lnTo>
                  <a:pt x="18256" y="68263"/>
                </a:lnTo>
                <a:lnTo>
                  <a:pt x="18256" y="123825"/>
                </a:lnTo>
                <a:lnTo>
                  <a:pt x="42069" y="1238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095375" y="3267075"/>
            <a:ext cx="151233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使用Facebook账号登录</a:t>
            </a:r>
          </a:p>
        </p:txBody>
      </p:sp>
      <p:sp>
        <p:nvSpPr>
          <p:cNvPr id="25" name="Rectangle"/>
          <p:cNvSpPr/>
          <p:nvPr/>
        </p:nvSpPr>
        <p:spPr>
          <a:xfrm>
            <a:off x="1085850" y="3028950"/>
            <a:ext cx="1009650" cy="190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C59"/>
              </a:gs>
              <a:gs pos="100000">
                <a:srgbClr val="F7A32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181100" y="3057525"/>
            <a:ext cx="81610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3A2408"/>
                </a:solidFill>
                <a:latin typeface="Noto Sans SC"/>
                <a:ea typeface="Noto Sans SC"/>
                <a:cs typeface="Noto Sans SC"/>
              </a:rPr>
              <a:t>首次绑定 +80 金币</a:t>
            </a:r>
          </a:p>
        </p:txBody>
      </p:sp>
      <p:sp>
        <p:nvSpPr>
          <p:cNvPr id="27" name="Rectangle"/>
          <p:cNvSpPr/>
          <p:nvPr/>
        </p:nvSpPr>
        <p:spPr>
          <a:xfrm>
            <a:off x="228600" y="37338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1104900" y="3948113"/>
            <a:ext cx="76200" cy="74613"/>
          </a:xfrm>
          <a:custGeom>
            <a:avLst/>
            <a:gdLst/>
            <a:ahLst/>
            <a:cxnLst/>
            <a:rect l="0" t="0" r="r" b="b"/>
            <a:pathLst>
              <a:path w="76200" h="74613">
                <a:moveTo>
                  <a:pt x="76200" y="15875"/>
                </a:moveTo>
                <a:cubicBezTo>
                  <a:pt x="76200" y="10319"/>
                  <a:pt x="75406" y="4763"/>
                  <a:pt x="74612" y="0"/>
                </a:cubicBezTo>
                <a:lnTo>
                  <a:pt x="0" y="0"/>
                </a:lnTo>
                <a:lnTo>
                  <a:pt x="0" y="30956"/>
                </a:lnTo>
                <a:lnTo>
                  <a:pt x="42862" y="30956"/>
                </a:lnTo>
                <a:cubicBezTo>
                  <a:pt x="41947" y="35840"/>
                  <a:pt x="40111" y="40349"/>
                  <a:pt x="37355" y="44483"/>
                </a:cubicBezTo>
                <a:cubicBezTo>
                  <a:pt x="34599" y="48617"/>
                  <a:pt x="31143" y="52045"/>
                  <a:pt x="26987" y="54769"/>
                </a:cubicBezTo>
                <a:lnTo>
                  <a:pt x="26987" y="74613"/>
                </a:lnTo>
                <a:lnTo>
                  <a:pt x="52388" y="74613"/>
                </a:lnTo>
                <a:cubicBezTo>
                  <a:pt x="67469" y="61119"/>
                  <a:pt x="76200" y="40481"/>
                  <a:pt x="76200" y="15875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1034256" y="3978275"/>
            <a:ext cx="123031" cy="63531"/>
          </a:xfrm>
          <a:custGeom>
            <a:avLst/>
            <a:gdLst/>
            <a:ahLst/>
            <a:cxnLst/>
            <a:rect l="0" t="0" r="r" b="b"/>
            <a:pathLst>
              <a:path w="123031" h="63531">
                <a:moveTo>
                  <a:pt x="70644" y="63500"/>
                </a:moveTo>
                <a:cubicBezTo>
                  <a:pt x="92075" y="63500"/>
                  <a:pt x="110331" y="56356"/>
                  <a:pt x="123031" y="44450"/>
                </a:cubicBezTo>
                <a:lnTo>
                  <a:pt x="97631" y="24606"/>
                </a:lnTo>
                <a:cubicBezTo>
                  <a:pt x="90488" y="29369"/>
                  <a:pt x="81756" y="32544"/>
                  <a:pt x="70644" y="32544"/>
                </a:cubicBezTo>
                <a:cubicBezTo>
                  <a:pt x="50006" y="32544"/>
                  <a:pt x="32544" y="18256"/>
                  <a:pt x="26194" y="0"/>
                </a:cubicBezTo>
                <a:lnTo>
                  <a:pt x="0" y="0"/>
                </a:lnTo>
                <a:lnTo>
                  <a:pt x="0" y="20638"/>
                </a:lnTo>
                <a:cubicBezTo>
                  <a:pt x="6834" y="33830"/>
                  <a:pt x="16603" y="44279"/>
                  <a:pt x="29305" y="51986"/>
                </a:cubicBezTo>
                <a:cubicBezTo>
                  <a:pt x="42007" y="59693"/>
                  <a:pt x="55786" y="63531"/>
                  <a:pt x="70644" y="63500"/>
                </a:cubic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1025964" y="3927475"/>
            <a:ext cx="34486" cy="70644"/>
          </a:xfrm>
          <a:custGeom>
            <a:avLst/>
            <a:gdLst/>
            <a:ahLst/>
            <a:cxnLst/>
            <a:rect l="0" t="0" r="r" b="b"/>
            <a:pathLst>
              <a:path w="34486" h="70644">
                <a:moveTo>
                  <a:pt x="34486" y="50800"/>
                </a:moveTo>
                <a:cubicBezTo>
                  <a:pt x="32852" y="45906"/>
                  <a:pt x="32035" y="40879"/>
                  <a:pt x="32035" y="35719"/>
                </a:cubicBezTo>
                <a:cubicBezTo>
                  <a:pt x="32035" y="30559"/>
                  <a:pt x="32852" y="25532"/>
                  <a:pt x="34486" y="20637"/>
                </a:cubicBezTo>
                <a:lnTo>
                  <a:pt x="34486" y="0"/>
                </a:lnTo>
                <a:lnTo>
                  <a:pt x="8292" y="0"/>
                </a:lnTo>
                <a:cubicBezTo>
                  <a:pt x="2764" y="11125"/>
                  <a:pt x="0" y="22899"/>
                  <a:pt x="0" y="35322"/>
                </a:cubicBezTo>
                <a:cubicBezTo>
                  <a:pt x="0" y="47745"/>
                  <a:pt x="2764" y="59519"/>
                  <a:pt x="8292" y="70644"/>
                </a:cubicBezTo>
                <a:lnTo>
                  <a:pt x="34486" y="50800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1034256" y="3879425"/>
            <a:ext cx="123825" cy="68468"/>
          </a:xfrm>
          <a:custGeom>
            <a:avLst/>
            <a:gdLst/>
            <a:ahLst/>
            <a:cxnLst/>
            <a:rect l="0" t="0" r="r" b="b"/>
            <a:pathLst>
              <a:path w="123825" h="68468">
                <a:moveTo>
                  <a:pt x="70644" y="34451"/>
                </a:moveTo>
                <a:cubicBezTo>
                  <a:pt x="82550" y="34451"/>
                  <a:pt x="92869" y="38407"/>
                  <a:pt x="100806" y="46317"/>
                </a:cubicBezTo>
                <a:lnTo>
                  <a:pt x="123825" y="23376"/>
                </a:lnTo>
                <a:cubicBezTo>
                  <a:pt x="104185" y="6096"/>
                  <a:pt x="81517" y="0"/>
                  <a:pt x="55821" y="5089"/>
                </a:cubicBezTo>
                <a:cubicBezTo>
                  <a:pt x="30125" y="10178"/>
                  <a:pt x="11518" y="24448"/>
                  <a:pt x="0" y="47900"/>
                </a:cubicBezTo>
                <a:lnTo>
                  <a:pt x="26194" y="68468"/>
                </a:lnTo>
                <a:cubicBezTo>
                  <a:pt x="32544" y="49482"/>
                  <a:pt x="50006" y="34451"/>
                  <a:pt x="70644" y="34451"/>
                </a:cubicBezTo>
                <a:close/>
              </a:path>
            </a:pathLst>
          </a:custGeom>
          <a:solidFill>
            <a:srgbClr val="EA43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276350" y="3857625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使用谷歌账号登录</a:t>
            </a:r>
          </a:p>
        </p:txBody>
      </p:sp>
      <p:sp>
        <p:nvSpPr>
          <p:cNvPr id="33" name="Rectangle"/>
          <p:cNvSpPr/>
          <p:nvPr/>
        </p:nvSpPr>
        <p:spPr>
          <a:xfrm>
            <a:off x="228600" y="432435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Path"/>
          <p:cNvSpPr/>
          <p:nvPr/>
        </p:nvSpPr>
        <p:spPr>
          <a:xfrm>
            <a:off x="962025" y="4481513"/>
            <a:ext cx="125413" cy="144463"/>
          </a:xfrm>
          <a:custGeom>
            <a:avLst/>
            <a:gdLst/>
            <a:ahLst/>
            <a:cxnLst/>
            <a:rect l="0" t="0" r="r" b="b"/>
            <a:pathLst>
              <a:path w="125413" h="144463">
                <a:moveTo>
                  <a:pt x="93662" y="0"/>
                </a:moveTo>
                <a:cubicBezTo>
                  <a:pt x="96837" y="17462"/>
                  <a:pt x="107950" y="29369"/>
                  <a:pt x="125413" y="31750"/>
                </a:cubicBezTo>
                <a:lnTo>
                  <a:pt x="125413" y="57150"/>
                </a:lnTo>
                <a:cubicBezTo>
                  <a:pt x="113506" y="57150"/>
                  <a:pt x="102394" y="53181"/>
                  <a:pt x="93662" y="46831"/>
                </a:cubicBezTo>
                <a:lnTo>
                  <a:pt x="93662" y="97631"/>
                </a:lnTo>
                <a:cubicBezTo>
                  <a:pt x="93663" y="110563"/>
                  <a:pt x="89090" y="121602"/>
                  <a:pt x="79946" y="130746"/>
                </a:cubicBezTo>
                <a:cubicBezTo>
                  <a:pt x="70802" y="139890"/>
                  <a:pt x="59763" y="144463"/>
                  <a:pt x="46831" y="144462"/>
                </a:cubicBezTo>
                <a:cubicBezTo>
                  <a:pt x="33899" y="144463"/>
                  <a:pt x="22861" y="139890"/>
                  <a:pt x="13717" y="130746"/>
                </a:cubicBezTo>
                <a:cubicBezTo>
                  <a:pt x="4572" y="121602"/>
                  <a:pt x="0" y="110563"/>
                  <a:pt x="0" y="97631"/>
                </a:cubicBezTo>
                <a:cubicBezTo>
                  <a:pt x="0" y="84699"/>
                  <a:pt x="4572" y="73661"/>
                  <a:pt x="13717" y="64517"/>
                </a:cubicBezTo>
                <a:cubicBezTo>
                  <a:pt x="22861" y="55372"/>
                  <a:pt x="33899" y="50800"/>
                  <a:pt x="46831" y="50800"/>
                </a:cubicBezTo>
                <a:cubicBezTo>
                  <a:pt x="49212" y="50800"/>
                  <a:pt x="52388" y="50800"/>
                  <a:pt x="54769" y="51594"/>
                </a:cubicBezTo>
                <a:lnTo>
                  <a:pt x="54769" y="77788"/>
                </a:lnTo>
                <a:cubicBezTo>
                  <a:pt x="48955" y="75908"/>
                  <a:pt x="43402" y="76494"/>
                  <a:pt x="38109" y="79547"/>
                </a:cubicBezTo>
                <a:cubicBezTo>
                  <a:pt x="32817" y="82599"/>
                  <a:pt x="29528" y="87112"/>
                  <a:pt x="28244" y="93085"/>
                </a:cubicBezTo>
                <a:cubicBezTo>
                  <a:pt x="26959" y="99059"/>
                  <a:pt x="28102" y="104524"/>
                  <a:pt x="31672" y="109483"/>
                </a:cubicBezTo>
                <a:cubicBezTo>
                  <a:pt x="35242" y="114441"/>
                  <a:pt x="40063" y="117258"/>
                  <a:pt x="46135" y="117935"/>
                </a:cubicBezTo>
                <a:cubicBezTo>
                  <a:pt x="52207" y="118611"/>
                  <a:pt x="57530" y="116924"/>
                  <a:pt x="62104" y="112872"/>
                </a:cubicBezTo>
                <a:cubicBezTo>
                  <a:pt x="66678" y="108821"/>
                  <a:pt x="68995" y="103741"/>
                  <a:pt x="69056" y="97631"/>
                </a:cubicBezTo>
                <a:lnTo>
                  <a:pt x="69056" y="0"/>
                </a:lnTo>
                <a:lnTo>
                  <a:pt x="9366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90625" y="4448175"/>
            <a:ext cx="130644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使用TikTok账号登录</a:t>
            </a:r>
          </a:p>
        </p:txBody>
      </p:sp>
      <p:sp>
        <p:nvSpPr>
          <p:cNvPr id="36" name="Rectangle"/>
          <p:cNvSpPr/>
          <p:nvPr/>
        </p:nvSpPr>
        <p:spPr>
          <a:xfrm>
            <a:off x="228600" y="49149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976313" y="5091906"/>
            <a:ext cx="142875" cy="103187"/>
          </a:xfrm>
          <a:prstGeom prst="roundRect">
            <a:avLst>
              <a:gd name="adj" fmla="val 23076"/>
            </a:avLst>
          </a:prstGeom>
          <a:noFill/>
          <a:ln w="17145">
            <a:solidFill>
              <a:srgbClr val="111111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975153" y="5094715"/>
            <a:ext cx="145194" cy="65341"/>
          </a:xfrm>
          <a:custGeom>
            <a:avLst/>
            <a:gdLst/>
            <a:ahLst/>
            <a:cxnLst/>
            <a:rect l="0" t="0" r="r" b="b"/>
            <a:pathLst>
              <a:path w="145194" h="65341">
                <a:moveTo>
                  <a:pt x="14240" y="2239"/>
                </a:moveTo>
                <a:lnTo>
                  <a:pt x="72597" y="46006"/>
                </a:lnTo>
                <a:lnTo>
                  <a:pt x="130953" y="2239"/>
                </a:lnTo>
                <a:quadBezTo>
                  <a:pt x="133766" y="0"/>
                  <a:pt x="137309" y="611"/>
                </a:quadBezTo>
                <a:quadBezTo>
                  <a:pt x="140881" y="1016"/>
                  <a:pt x="142955" y="3953"/>
                </a:quadBezTo>
                <a:quadBezTo>
                  <a:pt x="145194" y="6766"/>
                  <a:pt x="144583" y="10309"/>
                </a:quadBezTo>
                <a:quadBezTo>
                  <a:pt x="144177" y="13881"/>
                  <a:pt x="141240" y="15955"/>
                </a:quadBezTo>
                <a:lnTo>
                  <a:pt x="77740" y="63580"/>
                </a:lnTo>
                <a:quadBezTo>
                  <a:pt x="75470" y="65341"/>
                  <a:pt x="72597" y="65294"/>
                </a:quadBezTo>
                <a:quadBezTo>
                  <a:pt x="69724" y="65341"/>
                  <a:pt x="67453" y="63580"/>
                </a:quadBezTo>
                <a:lnTo>
                  <a:pt x="3953" y="15955"/>
                </a:lnTo>
                <a:quadBezTo>
                  <a:pt x="1016" y="13881"/>
                  <a:pt x="611" y="10309"/>
                </a:quadBezTo>
                <a:quadBezTo>
                  <a:pt x="0" y="6766"/>
                  <a:pt x="2239" y="3953"/>
                </a:quadBezTo>
                <a:quadBezTo>
                  <a:pt x="4312" y="1016"/>
                  <a:pt x="7885" y="611"/>
                </a:quadBezTo>
                <a:quadBezTo>
                  <a:pt x="11428" y="0"/>
                  <a:pt x="14240" y="2239"/>
                </a:quadBez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219200" y="5038725"/>
            <a:ext cx="124887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使用邮箱或UID登录</a:t>
            </a:r>
          </a:p>
        </p:txBody>
      </p:sp>
      <p:sp>
        <p:nvSpPr>
          <p:cNvPr id="40" name="Rectangle"/>
          <p:cNvSpPr/>
          <p:nvPr/>
        </p:nvSpPr>
        <p:spPr>
          <a:xfrm>
            <a:off x="876300" y="5619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Path"/>
          <p:cNvSpPr/>
          <p:nvPr/>
        </p:nvSpPr>
        <p:spPr>
          <a:xfrm>
            <a:off x="1008663" y="5737856"/>
            <a:ext cx="116275" cy="144792"/>
          </a:xfrm>
          <a:custGeom>
            <a:avLst/>
            <a:gdLst/>
            <a:ahLst/>
            <a:cxnLst/>
            <a:rect l="0" t="0" r="r" b="b"/>
            <a:pathLst>
              <a:path w="116275" h="144792">
                <a:moveTo>
                  <a:pt x="110963" y="19084"/>
                </a:moveTo>
                <a:quadBezTo>
                  <a:pt x="113364" y="19939"/>
                  <a:pt x="114791" y="22052"/>
                </a:quadBezTo>
                <a:quadBezTo>
                  <a:pt x="116275" y="24125"/>
                  <a:pt x="116240" y="26674"/>
                </a:quadBezTo>
                <a:lnTo>
                  <a:pt x="116240" y="66679"/>
                </a:lnTo>
                <a:quadBezTo>
                  <a:pt x="116240" y="93045"/>
                  <a:pt x="100309" y="114073"/>
                </a:quadBezTo>
                <a:quadBezTo>
                  <a:pt x="85924" y="133062"/>
                  <a:pt x="61460" y="144071"/>
                </a:quadBezTo>
                <a:quadBezTo>
                  <a:pt x="59877" y="144792"/>
                  <a:pt x="58137" y="144784"/>
                </a:quadBezTo>
                <a:quadBezTo>
                  <a:pt x="56398" y="144792"/>
                  <a:pt x="54815" y="144071"/>
                </a:quadBezTo>
                <a:quadBezTo>
                  <a:pt x="30350" y="133062"/>
                  <a:pt x="15965" y="114073"/>
                </a:quadBezTo>
                <a:quadBezTo>
                  <a:pt x="35" y="93045"/>
                  <a:pt x="35" y="66679"/>
                </a:quadBezTo>
                <a:lnTo>
                  <a:pt x="35" y="26674"/>
                </a:lnTo>
                <a:quadBezTo>
                  <a:pt x="0" y="24125"/>
                  <a:pt x="1484" y="22052"/>
                </a:quadBezTo>
                <a:quadBezTo>
                  <a:pt x="2910" y="19939"/>
                  <a:pt x="5312" y="19084"/>
                </a:quadBezTo>
                <a:lnTo>
                  <a:pt x="55318" y="511"/>
                </a:lnTo>
                <a:quadBezTo>
                  <a:pt x="56682" y="0"/>
                  <a:pt x="58137" y="4"/>
                </a:quadBezTo>
                <a:quadBezTo>
                  <a:pt x="59593" y="0"/>
                  <a:pt x="60956" y="511"/>
                </a:quadBezTo>
                <a:lnTo>
                  <a:pt x="110963" y="19084"/>
                </a:lnTo>
                <a:close/>
                <a:moveTo>
                  <a:pt x="58137" y="16737"/>
                </a:moveTo>
                <a:lnTo>
                  <a:pt x="16227" y="32304"/>
                </a:lnTo>
                <a:lnTo>
                  <a:pt x="16227" y="66679"/>
                </a:lnTo>
                <a:quadBezTo>
                  <a:pt x="16227" y="87604"/>
                  <a:pt x="28872" y="104295"/>
                </a:quadBezTo>
                <a:quadBezTo>
                  <a:pt x="39791" y="118709"/>
                  <a:pt x="58137" y="127741"/>
                </a:quadBezTo>
                <a:quadBezTo>
                  <a:pt x="76483" y="118709"/>
                  <a:pt x="87403" y="104295"/>
                </a:quadBezTo>
                <a:quadBezTo>
                  <a:pt x="100047" y="87604"/>
                  <a:pt x="100047" y="66679"/>
                </a:quadBezTo>
                <a:lnTo>
                  <a:pt x="100047" y="32304"/>
                </a:lnTo>
                <a:lnTo>
                  <a:pt x="58137" y="16737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1037175" y="5784759"/>
            <a:ext cx="60831" cy="47973"/>
          </a:xfrm>
          <a:custGeom>
            <a:avLst/>
            <a:gdLst/>
            <a:ahLst/>
            <a:cxnLst/>
            <a:rect l="0" t="0" r="r" b="b"/>
            <a:pathLst>
              <a:path w="60831" h="47973">
                <a:moveTo>
                  <a:pt x="13919" y="18337"/>
                </a:moveTo>
                <a:lnTo>
                  <a:pt x="23631" y="28050"/>
                </a:lnTo>
                <a:lnTo>
                  <a:pt x="46494" y="2900"/>
                </a:lnTo>
                <a:quadBezTo>
                  <a:pt x="48705" y="323"/>
                  <a:pt x="52100" y="259"/>
                </a:quadBezTo>
                <a:quadBezTo>
                  <a:pt x="55486" y="0"/>
                  <a:pt x="57931" y="2355"/>
                </a:quadBezTo>
                <a:quadBezTo>
                  <a:pt x="60508" y="4566"/>
                  <a:pt x="60572" y="7961"/>
                </a:quadBezTo>
                <a:quadBezTo>
                  <a:pt x="60831" y="11347"/>
                  <a:pt x="58476" y="13792"/>
                </a:quadBezTo>
                <a:lnTo>
                  <a:pt x="29901" y="45225"/>
                </a:lnTo>
                <a:quadBezTo>
                  <a:pt x="29836" y="45296"/>
                  <a:pt x="29770" y="45366"/>
                </a:quadBezTo>
                <a:quadBezTo>
                  <a:pt x="29703" y="45435"/>
                  <a:pt x="29635" y="45504"/>
                </a:quadBezTo>
                <a:quadBezTo>
                  <a:pt x="27304" y="47973"/>
                  <a:pt x="23910" y="47875"/>
                </a:quadBezTo>
                <a:quadBezTo>
                  <a:pt x="20516" y="47973"/>
                  <a:pt x="18185" y="45504"/>
                </a:quadBezTo>
                <a:lnTo>
                  <a:pt x="2469" y="29787"/>
                </a:lnTo>
                <a:quadBezTo>
                  <a:pt x="0" y="27456"/>
                  <a:pt x="98" y="24062"/>
                </a:quadBezTo>
                <a:quadBezTo>
                  <a:pt x="0" y="20668"/>
                  <a:pt x="2469" y="18337"/>
                </a:quadBezTo>
                <a:quadBezTo>
                  <a:pt x="4800" y="15868"/>
                  <a:pt x="8194" y="15966"/>
                </a:quadBezTo>
                <a:quadBezTo>
                  <a:pt x="11588" y="15868"/>
                  <a:pt x="13919" y="18337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881063" y="5624513"/>
            <a:ext cx="3714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524000" y="5619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657350" y="5817394"/>
            <a:ext cx="114300" cy="53578"/>
          </a:xfrm>
          <a:prstGeom prst="roundRect">
            <a:avLst>
              <a:gd name="adj" fmla="val 28444"/>
            </a:avLst>
          </a:prstGeom>
          <a:noFill/>
          <a:ln w="15240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Path"/>
          <p:cNvSpPr/>
          <p:nvPr/>
        </p:nvSpPr>
        <p:spPr>
          <a:xfrm>
            <a:off x="1696229" y="5767101"/>
            <a:ext cx="36542" cy="56575"/>
          </a:xfrm>
          <a:custGeom>
            <a:avLst/>
            <a:gdLst/>
            <a:ahLst/>
            <a:cxnLst/>
            <a:rect l="0" t="0" r="r" b="b"/>
            <a:pathLst>
              <a:path w="36542" h="56575">
                <a:moveTo>
                  <a:pt x="12175" y="0"/>
                </a:moveTo>
                <a:lnTo>
                  <a:pt x="18271" y="4572"/>
                </a:lnTo>
                <a:lnTo>
                  <a:pt x="24367" y="0"/>
                </a:lnTo>
                <a:quadBezTo>
                  <a:pt x="36542" y="16234"/>
                  <a:pt x="25891" y="31419"/>
                </a:quadBezTo>
                <a:lnTo>
                  <a:pt x="25891" y="48863"/>
                </a:lnTo>
                <a:quadBezTo>
                  <a:pt x="25983" y="52058"/>
                  <a:pt x="23659" y="54251"/>
                </a:quadBezTo>
                <a:quadBezTo>
                  <a:pt x="21466" y="56575"/>
                  <a:pt x="18271" y="56483"/>
                </a:quadBezTo>
                <a:quadBezTo>
                  <a:pt x="15077" y="56575"/>
                  <a:pt x="12883" y="54251"/>
                </a:quadBezTo>
                <a:quadBezTo>
                  <a:pt x="10559" y="52058"/>
                  <a:pt x="10651" y="48863"/>
                </a:quadBezTo>
                <a:lnTo>
                  <a:pt x="10651" y="31419"/>
                </a:lnTo>
                <a:quadBezTo>
                  <a:pt x="0" y="16234"/>
                  <a:pt x="12175" y="0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Path"/>
          <p:cNvSpPr/>
          <p:nvPr/>
        </p:nvSpPr>
        <p:spPr>
          <a:xfrm>
            <a:off x="1657350" y="5827157"/>
            <a:ext cx="95012" cy="21907"/>
          </a:xfrm>
          <a:custGeom>
            <a:avLst/>
            <a:gdLst/>
            <a:ahLst/>
            <a:cxnLst/>
            <a:rect l="0" t="0" r="r" b="b"/>
            <a:pathLst>
              <a:path w="95012" h="21907">
                <a:moveTo>
                  <a:pt x="0" y="8572"/>
                </a:moveTo>
                <a:quadBezTo>
                  <a:pt x="2021" y="8572"/>
                  <a:pt x="4811" y="6091"/>
                </a:quadBezTo>
                <a:quadBezTo>
                  <a:pt x="11659" y="0"/>
                  <a:pt x="19288" y="0"/>
                </a:quadBezTo>
                <a:quadBezTo>
                  <a:pt x="27065" y="0"/>
                  <a:pt x="33586" y="6265"/>
                </a:quadBezTo>
                <a:quadBezTo>
                  <a:pt x="35988" y="8572"/>
                  <a:pt x="37862" y="8572"/>
                </a:quadBezTo>
                <a:quadBezTo>
                  <a:pt x="40039" y="8572"/>
                  <a:pt x="43167" y="5891"/>
                </a:quadBezTo>
                <a:quadBezTo>
                  <a:pt x="50040" y="0"/>
                  <a:pt x="57150" y="0"/>
                </a:quadBezTo>
                <a:quadBezTo>
                  <a:pt x="64244" y="0"/>
                  <a:pt x="70824" y="5853"/>
                </a:quadBezTo>
                <a:quadBezTo>
                  <a:pt x="73881" y="8572"/>
                  <a:pt x="76438" y="8572"/>
                </a:quadBezTo>
                <a:quadBezTo>
                  <a:pt x="78848" y="8572"/>
                  <a:pt x="81498" y="6027"/>
                </a:quadBezTo>
                <a:quadBezTo>
                  <a:pt x="87771" y="0"/>
                  <a:pt x="95012" y="0"/>
                </a:quadBezTo>
                <a:lnTo>
                  <a:pt x="95012" y="13335"/>
                </a:lnTo>
                <a:quadBezTo>
                  <a:pt x="93138" y="13335"/>
                  <a:pt x="90736" y="15643"/>
                </a:quadBezTo>
                <a:quadBezTo>
                  <a:pt x="84215" y="21907"/>
                  <a:pt x="76438" y="21907"/>
                </a:quadBezTo>
                <a:quadBezTo>
                  <a:pt x="68809" y="21907"/>
                  <a:pt x="61961" y="15817"/>
                </a:quadBezTo>
                <a:quadBezTo>
                  <a:pt x="59171" y="13335"/>
                  <a:pt x="57150" y="13335"/>
                </a:quadBezTo>
                <a:quadBezTo>
                  <a:pt x="54973" y="13335"/>
                  <a:pt x="51845" y="16016"/>
                </a:quadBezTo>
                <a:quadBezTo>
                  <a:pt x="44972" y="21907"/>
                  <a:pt x="37862" y="21907"/>
                </a:quadBezTo>
                <a:quadBezTo>
                  <a:pt x="30621" y="21907"/>
                  <a:pt x="24348" y="15881"/>
                </a:quadBezTo>
                <a:quadBezTo>
                  <a:pt x="21698" y="13335"/>
                  <a:pt x="19288" y="13335"/>
                </a:quadBezTo>
                <a:quadBezTo>
                  <a:pt x="16731" y="13335"/>
                  <a:pt x="13674" y="16055"/>
                </a:quadBezTo>
                <a:quadBezTo>
                  <a:pt x="7094" y="21907"/>
                  <a:pt x="0" y="21907"/>
                </a:quadBezTo>
                <a:lnTo>
                  <a:pt x="0" y="8572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1528763" y="5624513"/>
            <a:ext cx="3714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2171700" y="5619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100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2297906" y="5763816"/>
            <a:ext cx="128588" cy="92869"/>
          </a:xfrm>
          <a:prstGeom prst="roundRect">
            <a:avLst>
              <a:gd name="adj" fmla="val 25641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2296458" y="5765940"/>
            <a:ext cx="131483" cy="59594"/>
          </a:xfrm>
          <a:custGeom>
            <a:avLst/>
            <a:gdLst/>
            <a:ahLst/>
            <a:cxnLst/>
            <a:rect l="0" t="0" r="r" b="b"/>
            <a:pathLst>
              <a:path w="131483" h="59594">
                <a:moveTo>
                  <a:pt x="13449" y="2115"/>
                </a:moveTo>
                <a:lnTo>
                  <a:pt x="65742" y="41334"/>
                </a:lnTo>
                <a:lnTo>
                  <a:pt x="118034" y="2115"/>
                </a:lnTo>
                <a:quadBezTo>
                  <a:pt x="120690" y="0"/>
                  <a:pt x="124037" y="577"/>
                </a:quadBezTo>
                <a:quadBezTo>
                  <a:pt x="127410" y="960"/>
                  <a:pt x="129369" y="3734"/>
                </a:quadBezTo>
                <a:quadBezTo>
                  <a:pt x="131483" y="6390"/>
                  <a:pt x="130906" y="9737"/>
                </a:quadBezTo>
                <a:quadBezTo>
                  <a:pt x="130523" y="13110"/>
                  <a:pt x="127749" y="15069"/>
                </a:quadBezTo>
                <a:lnTo>
                  <a:pt x="70599" y="57931"/>
                </a:lnTo>
                <a:quadBezTo>
                  <a:pt x="68455" y="59594"/>
                  <a:pt x="65742" y="59550"/>
                </a:quadBezTo>
                <a:quadBezTo>
                  <a:pt x="63028" y="59594"/>
                  <a:pt x="60884" y="57931"/>
                </a:quadBezTo>
                <a:lnTo>
                  <a:pt x="3734" y="15069"/>
                </a:lnTo>
                <a:quadBezTo>
                  <a:pt x="960" y="13110"/>
                  <a:pt x="577" y="9737"/>
                </a:quadBezTo>
                <a:quadBezTo>
                  <a:pt x="0" y="6390"/>
                  <a:pt x="2115" y="3734"/>
                </a:quadBezTo>
                <a:quadBezTo>
                  <a:pt x="4073" y="960"/>
                  <a:pt x="7447" y="577"/>
                </a:quadBezTo>
                <a:quadBezTo>
                  <a:pt x="10793" y="0"/>
                  <a:pt x="13449" y="2115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2176463" y="5624513"/>
            <a:ext cx="3714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28600" y="617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Path"/>
          <p:cNvSpPr/>
          <p:nvPr/>
        </p:nvSpPr>
        <p:spPr>
          <a:xfrm>
            <a:off x="253487" y="6207710"/>
            <a:ext cx="102917" cy="83272"/>
          </a:xfrm>
          <a:custGeom>
            <a:avLst/>
            <a:gdLst/>
            <a:ahLst/>
            <a:cxnLst/>
            <a:rect l="0" t="0" r="r" b="b"/>
            <a:pathLst>
              <a:path w="102917" h="83272">
                <a:moveTo>
                  <a:pt x="27838" y="31423"/>
                </a:moveTo>
                <a:lnTo>
                  <a:pt x="39867" y="43452"/>
                </a:lnTo>
                <a:lnTo>
                  <a:pt x="74280" y="5761"/>
                </a:lnTo>
                <a:quadBezTo>
                  <a:pt x="78713" y="616"/>
                  <a:pt x="85503" y="503"/>
                </a:quadBezTo>
                <a:quadBezTo>
                  <a:pt x="92275" y="0"/>
                  <a:pt x="97156" y="4721"/>
                </a:quadBezTo>
                <a:quadBezTo>
                  <a:pt x="102301" y="9154"/>
                  <a:pt x="102414" y="15944"/>
                </a:quadBezTo>
                <a:quadBezTo>
                  <a:pt x="102917" y="22716"/>
                  <a:pt x="98196" y="27597"/>
                </a:quadBezTo>
                <a:lnTo>
                  <a:pt x="52357" y="77802"/>
                </a:lnTo>
                <a:quadBezTo>
                  <a:pt x="52233" y="77938"/>
                  <a:pt x="52106" y="78071"/>
                </a:quadBezTo>
                <a:quadBezTo>
                  <a:pt x="51979" y="78204"/>
                  <a:pt x="51849" y="78334"/>
                </a:quadBezTo>
                <a:quadBezTo>
                  <a:pt x="47187" y="83272"/>
                  <a:pt x="40399" y="83076"/>
                </a:quadBezTo>
                <a:quadBezTo>
                  <a:pt x="33611" y="83272"/>
                  <a:pt x="28949" y="78334"/>
                </a:quadBezTo>
                <a:lnTo>
                  <a:pt x="4938" y="54323"/>
                </a:lnTo>
                <a:quadBezTo>
                  <a:pt x="0" y="49661"/>
                  <a:pt x="195" y="42873"/>
                </a:quadBezTo>
                <a:quadBezTo>
                  <a:pt x="0" y="36085"/>
                  <a:pt x="4938" y="31423"/>
                </a:quadBezTo>
                <a:quadBezTo>
                  <a:pt x="9600" y="26485"/>
                  <a:pt x="16388" y="26680"/>
                </a:quadBezTo>
                <a:quadBezTo>
                  <a:pt x="23176" y="26485"/>
                  <a:pt x="27838" y="31423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457200" y="61722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A8080"/>
                </a:solidFill>
                <a:latin typeface="Noto Sans SC"/>
                <a:ea typeface="Noto Sans SC"/>
                <a:cs typeface="Noto Sans SC"/>
              </a:rPr>
              <a:t>我已阅读并同意《用户协议》和《隐私政策》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228600" y="6505575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8F8F"/>
                </a:solidFill>
                <a:latin typeface="Noto Sans SC"/>
                <a:ea typeface="Noto Sans SC"/>
                <a:cs typeface="Noto Sans SC"/>
              </a:rPr>
              <a:t>接收剧集更新与福利邮件</a:t>
            </a:r>
          </a:p>
        </p:txBody>
      </p:sp>
      <p:sp>
        <p:nvSpPr>
          <p:cNvPr id="57" name="Rectangle"/>
          <p:cNvSpPr/>
          <p:nvPr/>
        </p:nvSpPr>
        <p:spPr>
          <a:xfrm>
            <a:off x="2819400" y="647700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3A32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"/>
          <p:cNvSpPr/>
          <p:nvPr/>
        </p:nvSpPr>
        <p:spPr>
          <a:xfrm>
            <a:off x="3000375" y="64960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9525000"/>
          </a:xfrm>
          <a:prstGeom prst="rect">
            <a:avLst/>
          </a:prstGeom>
          <a:solidFill>
            <a:srgbClr val="0B09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429000" cy="9525000"/>
          </a:xfrm>
          <a:prstGeom prst="rect">
            <a:avLst/>
          </a:prstGeom>
          <a:gradFill>
            <a:gsLst>
              <a:gs pos="0">
                <a:srgbClr val="591417"/>
              </a:gs>
              <a:gs pos="20000">
                <a:srgbClr val="2E0F12"/>
              </a:gs>
              <a:gs pos="50000">
                <a:srgbClr val="140B0D"/>
              </a:gs>
              <a:gs pos="80000">
                <a:srgbClr val="0B0909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228600" y="838200"/>
            <a:ext cx="517447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31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30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28600" y="13716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我的奖励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228600" y="1600200"/>
            <a:ext cx="97783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D9A9A9"/>
                </a:solidFill>
                <a:latin typeface="Noto Sans SC"/>
                <a:ea typeface="Noto Sans SC"/>
                <a:cs typeface="Noto Sans SC"/>
              </a:rPr>
              <a:t>我连续登录了1天。</a:t>
            </a:r>
          </a:p>
        </p:txBody>
      </p:sp>
      <p:pic>
        <p:nvPicPr>
          <p:cNvPr id="19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742950"/>
            <a:ext cx="1219200" cy="1219200"/>
          </a:xfrm>
          <a:prstGeom prst="rect">
            <a:avLst/>
          </a:prstGeom>
        </p:spPr>
      </p:pic>
      <p:sp>
        <p:nvSpPr>
          <p:cNvPr id="20" name="Rectangle"/>
          <p:cNvSpPr/>
          <p:nvPr/>
        </p:nvSpPr>
        <p:spPr>
          <a:xfrm>
            <a:off x="152400" y="2057400"/>
            <a:ext cx="3124200" cy="1943100"/>
          </a:xfrm>
          <a:prstGeom prst="roundRect">
            <a:avLst>
              <a:gd name="adj" fmla="val 9803"/>
            </a:avLst>
          </a:prstGeom>
          <a:gradFill>
            <a:gsLst>
              <a:gs pos="0">
                <a:srgbClr val="2E1417">
                  <a:alpha val="95000"/>
                </a:srgbClr>
              </a:gs>
              <a:gs pos="100000">
                <a:srgbClr val="200E11">
                  <a:alpha val="95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304800" y="2209800"/>
            <a:ext cx="361950" cy="704850"/>
          </a:xfrm>
          <a:prstGeom prst="roundRect">
            <a:avLst>
              <a:gd name="adj" fmla="val 31578"/>
            </a:avLst>
          </a:prstGeom>
          <a:gradFill>
            <a:gsLst>
              <a:gs pos="0">
                <a:srgbClr val="E6474D"/>
              </a:gs>
              <a:gs pos="100000">
                <a:srgbClr val="B3262E"/>
              </a:gs>
            </a:gsLst>
            <a:lin ang="3769133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381000" y="2295525"/>
            <a:ext cx="21832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+30</a:t>
            </a:r>
          </a:p>
        </p:txBody>
      </p:sp>
      <p:sp>
        <p:nvSpPr>
          <p:cNvPr id="23" name="Ellipse"/>
          <p:cNvSpPr/>
          <p:nvPr/>
        </p:nvSpPr>
        <p:spPr>
          <a:xfrm>
            <a:off x="398463" y="2493963"/>
            <a:ext cx="174625" cy="174625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434916" y="2538814"/>
            <a:ext cx="102051" cy="84588"/>
          </a:xfrm>
          <a:custGeom>
            <a:avLst/>
            <a:gdLst/>
            <a:ahLst/>
            <a:cxnLst/>
            <a:rect l="0" t="0" r="r" b="b"/>
            <a:pathLst>
              <a:path w="102051" h="84588">
                <a:moveTo>
                  <a:pt x="19650" y="38744"/>
                </a:moveTo>
                <a:lnTo>
                  <a:pt x="37116" y="56210"/>
                </a:lnTo>
                <a:lnTo>
                  <a:pt x="81471" y="4463"/>
                </a:lnTo>
                <a:quadBezTo>
                  <a:pt x="84484" y="735"/>
                  <a:pt x="89273" y="505"/>
                </a:quadBezTo>
                <a:quadBezTo>
                  <a:pt x="94039" y="0"/>
                  <a:pt x="97588" y="3223"/>
                </a:quadBezTo>
                <a:quadBezTo>
                  <a:pt x="101316" y="6237"/>
                  <a:pt x="101546" y="11025"/>
                </a:quadBezTo>
                <a:quadBezTo>
                  <a:pt x="102051" y="15792"/>
                  <a:pt x="98827" y="19340"/>
                </a:quadBezTo>
                <a:lnTo>
                  <a:pt x="46440" y="80459"/>
                </a:lnTo>
                <a:quadBezTo>
                  <a:pt x="46297" y="80625"/>
                  <a:pt x="46148" y="80786"/>
                </a:quadBezTo>
                <a:quadBezTo>
                  <a:pt x="45999" y="80947"/>
                  <a:pt x="45844" y="81102"/>
                </a:quadBezTo>
                <a:quadBezTo>
                  <a:pt x="42553" y="84588"/>
                  <a:pt x="37762" y="84450"/>
                </a:quadBezTo>
                <a:quadBezTo>
                  <a:pt x="32970" y="84588"/>
                  <a:pt x="29679" y="81102"/>
                </a:quadBezTo>
                <a:lnTo>
                  <a:pt x="3486" y="54909"/>
                </a:lnTo>
                <a:quadBezTo>
                  <a:pt x="0" y="51618"/>
                  <a:pt x="138" y="46826"/>
                </a:quadBezTo>
                <a:quadBezTo>
                  <a:pt x="0" y="42035"/>
                  <a:pt x="3486" y="38744"/>
                </a:quadBezTo>
                <a:quadBezTo>
                  <a:pt x="6776" y="35258"/>
                  <a:pt x="11568" y="35396"/>
                </a:quadBezTo>
                <a:quadBezTo>
                  <a:pt x="16360" y="35258"/>
                  <a:pt x="19650" y="38744"/>
                </a:quadBezTo>
                <a:close/>
              </a:path>
            </a:pathLst>
          </a:cu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381000" y="2733675"/>
            <a:ext cx="207308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FFD9D9"/>
                </a:solidFill>
                <a:latin typeface="Inter"/>
                <a:ea typeface="Inter"/>
                <a:cs typeface="Inter"/>
              </a:rPr>
              <a:t>10.13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90575" y="2295525"/>
            <a:ext cx="21832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+30</a:t>
            </a:r>
          </a:p>
        </p:txBody>
      </p:sp>
      <p:sp>
        <p:nvSpPr>
          <p:cNvPr id="27" name="Ellipse"/>
          <p:cNvSpPr/>
          <p:nvPr/>
        </p:nvSpPr>
        <p:spPr>
          <a:xfrm>
            <a:off x="808038" y="2493963"/>
            <a:ext cx="174625" cy="174625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Ellipse"/>
          <p:cNvSpPr/>
          <p:nvPr/>
        </p:nvSpPr>
        <p:spPr>
          <a:xfrm>
            <a:off x="828992" y="2514917"/>
            <a:ext cx="132715" cy="13271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870903" y="2535873"/>
            <a:ext cx="45403" cy="90805"/>
          </a:xfrm>
          <a:custGeom>
            <a:avLst/>
            <a:gdLst/>
            <a:ahLst/>
            <a:cxnLst/>
            <a:rect l="0" t="0" r="r" b="b"/>
            <a:pathLst>
              <a:path w="45403" h="90805">
                <a:moveTo>
                  <a:pt x="29686" y="0"/>
                </a:moveTo>
                <a:lnTo>
                  <a:pt x="0" y="48895"/>
                </a:lnTo>
                <a:lnTo>
                  <a:pt x="22701" y="48895"/>
                </a:lnTo>
                <a:lnTo>
                  <a:pt x="13970" y="90805"/>
                </a:lnTo>
                <a:lnTo>
                  <a:pt x="45403" y="38418"/>
                </a:lnTo>
                <a:lnTo>
                  <a:pt x="21828" y="38418"/>
                </a:lnTo>
                <a:lnTo>
                  <a:pt x="29686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790575" y="2733675"/>
            <a:ext cx="209959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10.14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200150" y="2295525"/>
            <a:ext cx="216347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+50</a:t>
            </a:r>
          </a:p>
        </p:txBody>
      </p:sp>
      <p:sp>
        <p:nvSpPr>
          <p:cNvPr id="32" name="Ellipse"/>
          <p:cNvSpPr/>
          <p:nvPr/>
        </p:nvSpPr>
        <p:spPr>
          <a:xfrm>
            <a:off x="1217613" y="2493963"/>
            <a:ext cx="174625" cy="174625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Ellipse"/>
          <p:cNvSpPr/>
          <p:nvPr/>
        </p:nvSpPr>
        <p:spPr>
          <a:xfrm>
            <a:off x="1238568" y="2514917"/>
            <a:ext cx="132715" cy="13271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Path"/>
          <p:cNvSpPr/>
          <p:nvPr/>
        </p:nvSpPr>
        <p:spPr>
          <a:xfrm>
            <a:off x="1280478" y="2535873"/>
            <a:ext cx="45403" cy="90805"/>
          </a:xfrm>
          <a:custGeom>
            <a:avLst/>
            <a:gdLst/>
            <a:ahLst/>
            <a:cxnLst/>
            <a:rect l="0" t="0" r="r" b="b"/>
            <a:pathLst>
              <a:path w="45403" h="90805">
                <a:moveTo>
                  <a:pt x="29686" y="0"/>
                </a:moveTo>
                <a:lnTo>
                  <a:pt x="0" y="48895"/>
                </a:lnTo>
                <a:lnTo>
                  <a:pt x="22701" y="48895"/>
                </a:lnTo>
                <a:lnTo>
                  <a:pt x="13970" y="90805"/>
                </a:lnTo>
                <a:lnTo>
                  <a:pt x="45403" y="38418"/>
                </a:lnTo>
                <a:lnTo>
                  <a:pt x="21828" y="38418"/>
                </a:lnTo>
                <a:lnTo>
                  <a:pt x="29686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200150" y="2733675"/>
            <a:ext cx="205143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10.15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609725" y="2295525"/>
            <a:ext cx="216347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+50</a:t>
            </a:r>
          </a:p>
        </p:txBody>
      </p:sp>
      <p:sp>
        <p:nvSpPr>
          <p:cNvPr id="37" name="Ellipse"/>
          <p:cNvSpPr/>
          <p:nvPr/>
        </p:nvSpPr>
        <p:spPr>
          <a:xfrm>
            <a:off x="1627187" y="2493963"/>
            <a:ext cx="174625" cy="174625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Ellipse"/>
          <p:cNvSpPr/>
          <p:nvPr/>
        </p:nvSpPr>
        <p:spPr>
          <a:xfrm>
            <a:off x="1648143" y="2514917"/>
            <a:ext cx="132715" cy="13271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Path"/>
          <p:cNvSpPr/>
          <p:nvPr/>
        </p:nvSpPr>
        <p:spPr>
          <a:xfrm>
            <a:off x="1690053" y="2535873"/>
            <a:ext cx="45403" cy="90805"/>
          </a:xfrm>
          <a:custGeom>
            <a:avLst/>
            <a:gdLst/>
            <a:ahLst/>
            <a:cxnLst/>
            <a:rect l="0" t="0" r="r" b="b"/>
            <a:pathLst>
              <a:path w="45403" h="90805">
                <a:moveTo>
                  <a:pt x="29686" y="0"/>
                </a:moveTo>
                <a:lnTo>
                  <a:pt x="0" y="48895"/>
                </a:lnTo>
                <a:lnTo>
                  <a:pt x="22701" y="48895"/>
                </a:lnTo>
                <a:lnTo>
                  <a:pt x="13970" y="90805"/>
                </a:lnTo>
                <a:lnTo>
                  <a:pt x="45403" y="38418"/>
                </a:lnTo>
                <a:lnTo>
                  <a:pt x="21828" y="38418"/>
                </a:lnTo>
                <a:lnTo>
                  <a:pt x="29686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609725" y="2733675"/>
            <a:ext cx="207573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10.16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2019300" y="2295525"/>
            <a:ext cx="21832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+30</a:t>
            </a:r>
          </a:p>
        </p:txBody>
      </p:sp>
      <p:sp>
        <p:nvSpPr>
          <p:cNvPr id="42" name="Ellipse"/>
          <p:cNvSpPr/>
          <p:nvPr/>
        </p:nvSpPr>
        <p:spPr>
          <a:xfrm>
            <a:off x="2036762" y="2493963"/>
            <a:ext cx="174625" cy="174625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Ellipse"/>
          <p:cNvSpPr/>
          <p:nvPr/>
        </p:nvSpPr>
        <p:spPr>
          <a:xfrm>
            <a:off x="2057718" y="2514917"/>
            <a:ext cx="132715" cy="13271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Path"/>
          <p:cNvSpPr/>
          <p:nvPr/>
        </p:nvSpPr>
        <p:spPr>
          <a:xfrm>
            <a:off x="2099628" y="2535873"/>
            <a:ext cx="45403" cy="90805"/>
          </a:xfrm>
          <a:custGeom>
            <a:avLst/>
            <a:gdLst/>
            <a:ahLst/>
            <a:cxnLst/>
            <a:rect l="0" t="0" r="r" b="b"/>
            <a:pathLst>
              <a:path w="45403" h="90805">
                <a:moveTo>
                  <a:pt x="29686" y="0"/>
                </a:moveTo>
                <a:lnTo>
                  <a:pt x="0" y="48895"/>
                </a:lnTo>
                <a:lnTo>
                  <a:pt x="22701" y="48895"/>
                </a:lnTo>
                <a:lnTo>
                  <a:pt x="13970" y="90805"/>
                </a:lnTo>
                <a:lnTo>
                  <a:pt x="45403" y="38418"/>
                </a:lnTo>
                <a:lnTo>
                  <a:pt x="21828" y="38418"/>
                </a:lnTo>
                <a:lnTo>
                  <a:pt x="29686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2019300" y="2733675"/>
            <a:ext cx="202271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10.17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2419350" y="2295525"/>
            <a:ext cx="219342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+60</a:t>
            </a:r>
          </a:p>
        </p:txBody>
      </p:sp>
      <p:sp>
        <p:nvSpPr>
          <p:cNvPr id="47" name="Ellipse"/>
          <p:cNvSpPr/>
          <p:nvPr/>
        </p:nvSpPr>
        <p:spPr>
          <a:xfrm>
            <a:off x="2446338" y="2493963"/>
            <a:ext cx="174625" cy="174625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Ellipse"/>
          <p:cNvSpPr/>
          <p:nvPr/>
        </p:nvSpPr>
        <p:spPr>
          <a:xfrm>
            <a:off x="2467292" y="2514917"/>
            <a:ext cx="132715" cy="13271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2509203" y="2535873"/>
            <a:ext cx="45403" cy="90805"/>
          </a:xfrm>
          <a:custGeom>
            <a:avLst/>
            <a:gdLst/>
            <a:ahLst/>
            <a:cxnLst/>
            <a:rect l="0" t="0" r="r" b="b"/>
            <a:pathLst>
              <a:path w="45403" h="90805">
                <a:moveTo>
                  <a:pt x="29686" y="0"/>
                </a:moveTo>
                <a:lnTo>
                  <a:pt x="0" y="48895"/>
                </a:lnTo>
                <a:lnTo>
                  <a:pt x="22701" y="48895"/>
                </a:lnTo>
                <a:lnTo>
                  <a:pt x="13970" y="90805"/>
                </a:lnTo>
                <a:lnTo>
                  <a:pt x="45403" y="38418"/>
                </a:lnTo>
                <a:lnTo>
                  <a:pt x="21828" y="38418"/>
                </a:lnTo>
                <a:lnTo>
                  <a:pt x="29686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2428875" y="2733675"/>
            <a:ext cx="207529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10.18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2828925" y="2266950"/>
            <a:ext cx="219342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6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+90</a:t>
            </a:r>
          </a:p>
        </p:txBody>
      </p:sp>
      <p:sp>
        <p:nvSpPr>
          <p:cNvPr id="52" name="Ellipse"/>
          <p:cNvSpPr/>
          <p:nvPr/>
        </p:nvSpPr>
        <p:spPr>
          <a:xfrm>
            <a:off x="2882900" y="2463800"/>
            <a:ext cx="158750" cy="158750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Ellipse"/>
          <p:cNvSpPr/>
          <p:nvPr/>
        </p:nvSpPr>
        <p:spPr>
          <a:xfrm>
            <a:off x="2901950" y="2482850"/>
            <a:ext cx="120650" cy="120650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Path"/>
          <p:cNvSpPr/>
          <p:nvPr/>
        </p:nvSpPr>
        <p:spPr>
          <a:xfrm>
            <a:off x="2940050" y="2501900"/>
            <a:ext cx="41275" cy="82550"/>
          </a:xfrm>
          <a:custGeom>
            <a:avLst/>
            <a:gdLst/>
            <a:ahLst/>
            <a:cxnLst/>
            <a:rect l="0" t="0" r="r" b="b"/>
            <a:pathLst>
              <a:path w="41275" h="82550">
                <a:moveTo>
                  <a:pt x="26987" y="0"/>
                </a:moveTo>
                <a:lnTo>
                  <a:pt x="0" y="44450"/>
                </a:lnTo>
                <a:lnTo>
                  <a:pt x="20638" y="44450"/>
                </a:lnTo>
                <a:lnTo>
                  <a:pt x="12700" y="82550"/>
                </a:lnTo>
                <a:lnTo>
                  <a:pt x="41275" y="34925"/>
                </a:lnTo>
                <a:lnTo>
                  <a:pt x="19844" y="34925"/>
                </a:lnTo>
                <a:lnTo>
                  <a:pt x="26987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Ellipse"/>
          <p:cNvSpPr/>
          <p:nvPr/>
        </p:nvSpPr>
        <p:spPr>
          <a:xfrm>
            <a:off x="2882900" y="2549525"/>
            <a:ext cx="158750" cy="158750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Ellipse"/>
          <p:cNvSpPr/>
          <p:nvPr/>
        </p:nvSpPr>
        <p:spPr>
          <a:xfrm>
            <a:off x="2901950" y="2568575"/>
            <a:ext cx="120650" cy="120650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2940050" y="2587625"/>
            <a:ext cx="41275" cy="82550"/>
          </a:xfrm>
          <a:custGeom>
            <a:avLst/>
            <a:gdLst/>
            <a:ahLst/>
            <a:cxnLst/>
            <a:rect l="0" t="0" r="r" b="b"/>
            <a:pathLst>
              <a:path w="41275" h="82550">
                <a:moveTo>
                  <a:pt x="26987" y="0"/>
                </a:moveTo>
                <a:lnTo>
                  <a:pt x="0" y="44450"/>
                </a:lnTo>
                <a:lnTo>
                  <a:pt x="20638" y="44450"/>
                </a:lnTo>
                <a:lnTo>
                  <a:pt x="12700" y="82550"/>
                </a:lnTo>
                <a:lnTo>
                  <a:pt x="41275" y="34925"/>
                </a:lnTo>
                <a:lnTo>
                  <a:pt x="19844" y="34925"/>
                </a:lnTo>
                <a:lnTo>
                  <a:pt x="26987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2838450" y="2762250"/>
            <a:ext cx="207573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13">
                <a:solidFill>
                  <a:srgbClr val="9A8F8F"/>
                </a:solidFill>
                <a:latin typeface="Inter"/>
                <a:ea typeface="Inter"/>
                <a:cs typeface="Inter"/>
              </a:rPr>
              <a:t>10.19</a:t>
            </a:r>
          </a:p>
        </p:txBody>
      </p:sp>
      <p:sp>
        <p:nvSpPr>
          <p:cNvPr id="59" name="Rectangle"/>
          <p:cNvSpPr/>
          <p:nvPr/>
        </p:nvSpPr>
        <p:spPr>
          <a:xfrm>
            <a:off x="304800" y="3048000"/>
            <a:ext cx="28194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7A45"/>
              </a:gs>
              <a:gs pos="100000">
                <a:srgbClr val="F0383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1066800" y="3171825"/>
            <a:ext cx="856821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观看广告 +30</a:t>
            </a:r>
          </a:p>
        </p:txBody>
      </p:sp>
      <p:sp>
        <p:nvSpPr>
          <p:cNvPr id="61" name="Ellipse"/>
          <p:cNvSpPr/>
          <p:nvPr/>
        </p:nvSpPr>
        <p:spPr>
          <a:xfrm>
            <a:off x="1993900" y="3213100"/>
            <a:ext cx="127000" cy="127000"/>
          </a:xfrm>
          <a:prstGeom prst="ellipse">
            <a:avLst/>
          </a:prstGeom>
          <a:solidFill>
            <a:srgbClr val="FFE9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Ellipse"/>
          <p:cNvSpPr/>
          <p:nvPr/>
        </p:nvSpPr>
        <p:spPr>
          <a:xfrm>
            <a:off x="2009140" y="3228340"/>
            <a:ext cx="96520" cy="96520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Path"/>
          <p:cNvSpPr/>
          <p:nvPr/>
        </p:nvSpPr>
        <p:spPr>
          <a:xfrm>
            <a:off x="2039620" y="3243580"/>
            <a:ext cx="33020" cy="66040"/>
          </a:xfrm>
          <a:custGeom>
            <a:avLst/>
            <a:gdLst/>
            <a:ahLst/>
            <a:cxnLst/>
            <a:rect l="0" t="0" r="r" b="b"/>
            <a:pathLst>
              <a:path w="33020" h="66040">
                <a:moveTo>
                  <a:pt x="21590" y="0"/>
                </a:moveTo>
                <a:lnTo>
                  <a:pt x="0" y="35560"/>
                </a:lnTo>
                <a:lnTo>
                  <a:pt x="16510" y="35560"/>
                </a:lnTo>
                <a:lnTo>
                  <a:pt x="10160" y="66040"/>
                </a:lnTo>
                <a:lnTo>
                  <a:pt x="33020" y="27940"/>
                </a:lnTo>
                <a:lnTo>
                  <a:pt x="15875" y="27940"/>
                </a:lnTo>
                <a:lnTo>
                  <a:pt x="21590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2190750" y="3209925"/>
            <a:ext cx="1702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38">
                <a:solidFill>
                  <a:srgbClr val="FFD9D9"/>
                </a:solidFill>
                <a:latin typeface="Inter"/>
                <a:ea typeface="Inter"/>
                <a:cs typeface="Inter"/>
              </a:rPr>
              <a:t>0/1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304800" y="3657600"/>
            <a:ext cx="59531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B9ADAD"/>
                </a:solidFill>
                <a:latin typeface="Noto Sans SC"/>
                <a:ea typeface="Noto Sans SC"/>
                <a:cs typeface="Noto Sans SC"/>
              </a:rPr>
              <a:t>明日提醒我</a:t>
            </a:r>
          </a:p>
        </p:txBody>
      </p:sp>
      <p:sp>
        <p:nvSpPr>
          <p:cNvPr id="66" name="Rectangle"/>
          <p:cNvSpPr/>
          <p:nvPr/>
        </p:nvSpPr>
        <p:spPr>
          <a:xfrm>
            <a:off x="2743200" y="363855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3A32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2924175" y="36576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157163" y="2062163"/>
            <a:ext cx="3114675" cy="1933575"/>
          </a:xfrm>
          <a:prstGeom prst="roundRect">
            <a:avLst>
              <a:gd name="adj" fmla="val 9605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"/>
          <p:cNvPicPr>
            <a:picLocks noChangeAspect="1"/>
          </p:cNvPicPr>
          <p:nvPr/>
        </p:nvPicPr>
        <p:blipFill>
          <a:blip r:embed="rId3"/>
          <a:srcRect t="61" b="61"/>
          <a:stretch>
            <a:fillRect/>
          </a:stretch>
        </p:blipFill>
        <p:spPr>
          <a:xfrm>
            <a:off x="152400" y="4953000"/>
            <a:ext cx="3124200" cy="1143000"/>
          </a:xfrm>
          <a:prstGeom prst="rect">
            <a:avLst/>
          </a:prstGeom>
        </p:spPr>
      </p:pic>
      <p:sp>
        <p:nvSpPr>
          <p:cNvPr id="70" name="Rectangle"/>
          <p:cNvSpPr/>
          <p:nvPr/>
        </p:nvSpPr>
        <p:spPr>
          <a:xfrm>
            <a:off x="152400" y="4953000"/>
            <a:ext cx="3124200" cy="1143000"/>
          </a:xfrm>
          <a:prstGeom prst="rect">
            <a:avLst/>
          </a:prstGeom>
          <a:gradFill>
            <a:gsLst>
              <a:gs pos="0">
                <a:srgbClr val="000000">
                  <a:alpha val="78000"/>
                </a:srgbClr>
              </a:gs>
              <a:gs pos="70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285750" y="5124450"/>
            <a:ext cx="790575" cy="1905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CC59"/>
              </a:gs>
              <a:gs pos="100000">
                <a:srgbClr val="F7A32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"/>
          <p:cNvSpPr txBox="1"/>
          <p:nvPr/>
        </p:nvSpPr>
        <p:spPr>
          <a:xfrm>
            <a:off x="342900" y="5162550"/>
            <a:ext cx="672778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 spc="38">
                <a:solidFill>
                  <a:srgbClr val="3A2408"/>
                </a:solidFill>
                <a:latin typeface="Inter"/>
                <a:ea typeface="Inter"/>
                <a:cs typeface="Inter"/>
              </a:rPr>
              <a:t>FREE DRAMA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285750" y="5410200"/>
            <a:ext cx="201413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The Joys and Sorrows of Life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285750" y="5638800"/>
            <a:ext cx="10946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E3C9C9"/>
                </a:solidFill>
                <a:latin typeface="Noto Sans SC"/>
                <a:ea typeface="Noto Sans SC"/>
                <a:cs typeface="Noto Sans SC"/>
              </a:rPr>
              <a:t>本周限免 · 全集免费看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152400" y="6362700"/>
            <a:ext cx="6096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新人任务</a:t>
            </a:r>
          </a:p>
        </p:txBody>
      </p:sp>
      <p:sp>
        <p:nvSpPr>
          <p:cNvPr id="76" name="Rectangle"/>
          <p:cNvSpPr/>
          <p:nvPr/>
        </p:nvSpPr>
        <p:spPr>
          <a:xfrm>
            <a:off x="152400" y="6667500"/>
            <a:ext cx="3124200" cy="609600"/>
          </a:xfrm>
          <a:prstGeom prst="roundRect">
            <a:avLst>
              <a:gd name="adj" fmla="val 21875"/>
            </a:avLst>
          </a:prstGeom>
          <a:gradFill>
            <a:gsLst>
              <a:gs pos="0">
                <a:srgbClr val="E6474D"/>
              </a:gs>
              <a:gs pos="100000">
                <a:srgbClr val="BA2E4D"/>
              </a:gs>
            </a:gsLst>
            <a:lin ang="662456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285750" y="6800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392906" y="6925866"/>
            <a:ext cx="128588" cy="92869"/>
          </a:xfrm>
          <a:prstGeom prst="roundRect">
            <a:avLst>
              <a:gd name="adj" fmla="val 25641"/>
            </a:avLst>
          </a:prstGeom>
          <a:noFill/>
          <a:ln w="17145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9" name="Path"/>
          <p:cNvSpPr/>
          <p:nvPr/>
        </p:nvSpPr>
        <p:spPr>
          <a:xfrm>
            <a:off x="390953" y="6927484"/>
            <a:ext cx="132494" cy="60578"/>
          </a:xfrm>
          <a:custGeom>
            <a:avLst/>
            <a:gdLst/>
            <a:ahLst/>
            <a:cxnLst/>
            <a:rect l="0" t="0" r="r" b="b"/>
            <a:pathLst>
              <a:path w="132494" h="60578">
                <a:moveTo>
                  <a:pt x="14240" y="2239"/>
                </a:moveTo>
                <a:lnTo>
                  <a:pt x="66247" y="41244"/>
                </a:lnTo>
                <a:lnTo>
                  <a:pt x="118253" y="2239"/>
                </a:lnTo>
                <a:quadBezTo>
                  <a:pt x="121066" y="0"/>
                  <a:pt x="124609" y="611"/>
                </a:quadBezTo>
                <a:quadBezTo>
                  <a:pt x="128182" y="1016"/>
                  <a:pt x="130255" y="3953"/>
                </a:quadBezTo>
                <a:quadBezTo>
                  <a:pt x="132494" y="6766"/>
                  <a:pt x="131883" y="10309"/>
                </a:quadBezTo>
                <a:quadBezTo>
                  <a:pt x="131477" y="13881"/>
                  <a:pt x="128540" y="15955"/>
                </a:quadBezTo>
                <a:lnTo>
                  <a:pt x="71390" y="58817"/>
                </a:lnTo>
                <a:quadBezTo>
                  <a:pt x="69120" y="60578"/>
                  <a:pt x="66247" y="60532"/>
                </a:quadBezTo>
                <a:quadBezTo>
                  <a:pt x="63374" y="60578"/>
                  <a:pt x="61103" y="58817"/>
                </a:quadBezTo>
                <a:lnTo>
                  <a:pt x="3953" y="15955"/>
                </a:lnTo>
                <a:quadBezTo>
                  <a:pt x="1016" y="13881"/>
                  <a:pt x="611" y="10309"/>
                </a:quadBezTo>
                <a:quadBezTo>
                  <a:pt x="0" y="6766"/>
                  <a:pt x="2239" y="3953"/>
                </a:quadBezTo>
                <a:quadBezTo>
                  <a:pt x="4312" y="1016"/>
                  <a:pt x="7885" y="611"/>
                </a:quadBezTo>
                <a:quadBezTo>
                  <a:pt x="11428" y="0"/>
                  <a:pt x="14240" y="2239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742950" y="6791325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绑定邮箱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742950" y="7000875"/>
            <a:ext cx="407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D9D9"/>
                </a:solidFill>
                <a:latin typeface="Noto Sans SC"/>
                <a:ea typeface="Noto Sans SC"/>
                <a:cs typeface="Noto Sans SC"/>
              </a:rPr>
              <a:t>+30 金币</a:t>
            </a:r>
          </a:p>
        </p:txBody>
      </p:sp>
      <p:sp>
        <p:nvSpPr>
          <p:cNvPr id="82" name="Rectangle"/>
          <p:cNvSpPr/>
          <p:nvPr/>
        </p:nvSpPr>
        <p:spPr>
          <a:xfrm>
            <a:off x="2533650" y="6829425"/>
            <a:ext cx="60960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2724150" y="6886575"/>
            <a:ext cx="238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绑定</a:t>
            </a:r>
          </a:p>
        </p:txBody>
      </p:sp>
      <p:sp>
        <p:nvSpPr>
          <p:cNvPr id="84" name="Rectangle"/>
          <p:cNvSpPr/>
          <p:nvPr/>
        </p:nvSpPr>
        <p:spPr>
          <a:xfrm>
            <a:off x="152400" y="7391400"/>
            <a:ext cx="3124200" cy="609600"/>
          </a:xfrm>
          <a:prstGeom prst="roundRect">
            <a:avLst>
              <a:gd name="adj" fmla="val 21875"/>
            </a:avLst>
          </a:prstGeom>
          <a:solidFill>
            <a:srgbClr val="1A11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"/>
          <p:cNvSpPr/>
          <p:nvPr/>
        </p:nvSpPr>
        <p:spPr>
          <a:xfrm>
            <a:off x="285750" y="7524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414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Path"/>
          <p:cNvSpPr/>
          <p:nvPr/>
        </p:nvSpPr>
        <p:spPr>
          <a:xfrm>
            <a:off x="430054" y="7649051"/>
            <a:ext cx="58579" cy="111443"/>
          </a:xfrm>
          <a:custGeom>
            <a:avLst/>
            <a:gdLst/>
            <a:ahLst/>
            <a:cxnLst/>
            <a:rect l="0" t="0" r="r" b="b"/>
            <a:pathLst>
              <a:path w="58579" h="111443">
                <a:moveTo>
                  <a:pt x="37862" y="111443"/>
                </a:moveTo>
                <a:lnTo>
                  <a:pt x="37862" y="61436"/>
                </a:lnTo>
                <a:lnTo>
                  <a:pt x="55007" y="61436"/>
                </a:lnTo>
                <a:lnTo>
                  <a:pt x="57864" y="41434"/>
                </a:lnTo>
                <a:lnTo>
                  <a:pt x="37862" y="41434"/>
                </a:lnTo>
                <a:lnTo>
                  <a:pt x="37862" y="28575"/>
                </a:lnTo>
                <a:cubicBezTo>
                  <a:pt x="37862" y="22860"/>
                  <a:pt x="40005" y="18574"/>
                  <a:pt x="48577" y="18574"/>
                </a:cubicBezTo>
                <a:lnTo>
                  <a:pt x="58579" y="18574"/>
                </a:lnTo>
                <a:lnTo>
                  <a:pt x="58579" y="714"/>
                </a:lnTo>
                <a:cubicBezTo>
                  <a:pt x="56436" y="714"/>
                  <a:pt x="50006" y="0"/>
                  <a:pt x="42863" y="0"/>
                </a:cubicBezTo>
                <a:cubicBezTo>
                  <a:pt x="27146" y="0"/>
                  <a:pt x="16431" y="9287"/>
                  <a:pt x="16431" y="26432"/>
                </a:cubicBezTo>
                <a:lnTo>
                  <a:pt x="16431" y="41434"/>
                </a:lnTo>
                <a:lnTo>
                  <a:pt x="0" y="41434"/>
                </a:lnTo>
                <a:lnTo>
                  <a:pt x="0" y="61436"/>
                </a:lnTo>
                <a:lnTo>
                  <a:pt x="16431" y="61436"/>
                </a:lnTo>
                <a:lnTo>
                  <a:pt x="16431" y="111443"/>
                </a:lnTo>
                <a:lnTo>
                  <a:pt x="37862" y="111443"/>
                </a:lnTo>
                <a:close/>
              </a:path>
            </a:pathLst>
          </a:custGeom>
          <a:solidFill>
            <a:srgbClr val="4C8D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"/>
          <p:cNvSpPr txBox="1"/>
          <p:nvPr/>
        </p:nvSpPr>
        <p:spPr>
          <a:xfrm>
            <a:off x="742950" y="7515225"/>
            <a:ext cx="92398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Facebook 登录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742950" y="7724775"/>
            <a:ext cx="407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+80 金币</a:t>
            </a:r>
          </a:p>
        </p:txBody>
      </p:sp>
      <p:sp>
        <p:nvSpPr>
          <p:cNvPr id="89" name="Rectangle"/>
          <p:cNvSpPr/>
          <p:nvPr/>
        </p:nvSpPr>
        <p:spPr>
          <a:xfrm>
            <a:off x="2533650" y="7553325"/>
            <a:ext cx="609600" cy="285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7A45"/>
              </a:gs>
              <a:gs pos="100000">
                <a:srgbClr val="F0383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Box"/>
          <p:cNvSpPr txBox="1"/>
          <p:nvPr/>
        </p:nvSpPr>
        <p:spPr>
          <a:xfrm>
            <a:off x="2724150" y="7610475"/>
            <a:ext cx="238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前往</a:t>
            </a:r>
          </a:p>
        </p:txBody>
      </p:sp>
      <p:sp>
        <p:nvSpPr>
          <p:cNvPr id="91" name="Rectangle"/>
          <p:cNvSpPr/>
          <p:nvPr/>
        </p:nvSpPr>
        <p:spPr>
          <a:xfrm>
            <a:off x="157163" y="7396163"/>
            <a:ext cx="3114675" cy="600075"/>
          </a:xfrm>
          <a:prstGeom prst="roundRect">
            <a:avLst>
              <a:gd name="adj" fmla="val 21428"/>
            </a:avLst>
          </a:prstGeom>
          <a:noFill/>
          <a:ln w="9525">
            <a:solidFill>
              <a:srgbClr val="FFFFFF">
                <a:alpha val="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"/>
          <p:cNvSpPr/>
          <p:nvPr/>
        </p:nvSpPr>
        <p:spPr>
          <a:xfrm>
            <a:off x="0" y="8763000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"/>
          <p:cNvSpPr/>
          <p:nvPr/>
        </p:nvSpPr>
        <p:spPr>
          <a:xfrm>
            <a:off x="0" y="87630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Path"/>
          <p:cNvSpPr/>
          <p:nvPr/>
        </p:nvSpPr>
        <p:spPr>
          <a:xfrm>
            <a:off x="350193" y="8884536"/>
            <a:ext cx="156864" cy="165746"/>
          </a:xfrm>
          <a:custGeom>
            <a:avLst/>
            <a:gdLst/>
            <a:ahLst/>
            <a:cxnLst/>
            <a:rect l="0" t="0" r="r" b="b"/>
            <a:pathLst>
              <a:path w="156864" h="165746">
                <a:moveTo>
                  <a:pt x="72880" y="2108"/>
                </a:moveTo>
                <a:quadBezTo>
                  <a:pt x="75256" y="0"/>
                  <a:pt x="78432" y="67"/>
                </a:quadBezTo>
                <a:quadBezTo>
                  <a:pt x="81608" y="0"/>
                  <a:pt x="83984" y="2108"/>
                </a:quadBezTo>
                <a:lnTo>
                  <a:pt x="153834" y="61480"/>
                </a:lnTo>
                <a:quadBezTo>
                  <a:pt x="155279" y="62696"/>
                  <a:pt x="156063" y="64414"/>
                </a:quadBezTo>
                <a:quadBezTo>
                  <a:pt x="156864" y="66123"/>
                  <a:pt x="156854" y="68012"/>
                </a:quadBezTo>
                <a:lnTo>
                  <a:pt x="156854" y="148339"/>
                </a:lnTo>
                <a:quadBezTo>
                  <a:pt x="156854" y="155507"/>
                  <a:pt x="151786" y="160575"/>
                </a:quadBezTo>
                <a:quadBezTo>
                  <a:pt x="146718" y="165643"/>
                  <a:pt x="139551" y="165643"/>
                </a:quadBezTo>
                <a:lnTo>
                  <a:pt x="99387" y="165643"/>
                </a:lnTo>
                <a:quadBezTo>
                  <a:pt x="95793" y="165746"/>
                  <a:pt x="93325" y="163132"/>
                </a:quadBezTo>
                <a:quadBezTo>
                  <a:pt x="90711" y="160664"/>
                  <a:pt x="90814" y="157070"/>
                </a:quadBezTo>
                <a:lnTo>
                  <a:pt x="90814" y="118494"/>
                </a:lnTo>
                <a:lnTo>
                  <a:pt x="66049" y="118494"/>
                </a:lnTo>
                <a:lnTo>
                  <a:pt x="66049" y="157070"/>
                </a:lnTo>
                <a:quadBezTo>
                  <a:pt x="66153" y="160664"/>
                  <a:pt x="63539" y="163132"/>
                </a:quadBezTo>
                <a:quadBezTo>
                  <a:pt x="61071" y="165746"/>
                  <a:pt x="57477" y="165643"/>
                </a:quadBezTo>
                <a:lnTo>
                  <a:pt x="17313" y="165643"/>
                </a:lnTo>
                <a:quadBezTo>
                  <a:pt x="10146" y="165643"/>
                  <a:pt x="5078" y="160575"/>
                </a:quadBezTo>
                <a:quadBezTo>
                  <a:pt x="9" y="155507"/>
                  <a:pt x="9" y="148339"/>
                </a:quadBezTo>
                <a:lnTo>
                  <a:pt x="9" y="68012"/>
                </a:lnTo>
                <a:quadBezTo>
                  <a:pt x="0" y="66123"/>
                  <a:pt x="801" y="64414"/>
                </a:quadBezTo>
                <a:quadBezTo>
                  <a:pt x="1585" y="62696"/>
                  <a:pt x="3030" y="61480"/>
                </a:quadBezTo>
                <a:lnTo>
                  <a:pt x="72880" y="2108"/>
                </a:lnTo>
                <a:close/>
                <a:moveTo>
                  <a:pt x="17154" y="71976"/>
                </a:moveTo>
                <a:lnTo>
                  <a:pt x="17154" y="148339"/>
                </a:lnTo>
                <a:quadBezTo>
                  <a:pt x="17154" y="148405"/>
                  <a:pt x="17201" y="148451"/>
                </a:quadBezTo>
                <a:quadBezTo>
                  <a:pt x="17247" y="148498"/>
                  <a:pt x="17313" y="148498"/>
                </a:quadBezTo>
                <a:lnTo>
                  <a:pt x="48904" y="148498"/>
                </a:lnTo>
                <a:lnTo>
                  <a:pt x="48904" y="109922"/>
                </a:lnTo>
                <a:quadBezTo>
                  <a:pt x="48801" y="106328"/>
                  <a:pt x="51415" y="103860"/>
                </a:quadBezTo>
                <a:quadBezTo>
                  <a:pt x="53883" y="101246"/>
                  <a:pt x="57477" y="101349"/>
                </a:quadBezTo>
                <a:lnTo>
                  <a:pt x="99387" y="101349"/>
                </a:lnTo>
                <a:quadBezTo>
                  <a:pt x="102981" y="101246"/>
                  <a:pt x="105449" y="103860"/>
                </a:quadBezTo>
                <a:quadBezTo>
                  <a:pt x="108063" y="106328"/>
                  <a:pt x="107959" y="109922"/>
                </a:quadBezTo>
                <a:lnTo>
                  <a:pt x="107959" y="148498"/>
                </a:lnTo>
                <a:lnTo>
                  <a:pt x="139551" y="148498"/>
                </a:lnTo>
                <a:quadBezTo>
                  <a:pt x="139616" y="148498"/>
                  <a:pt x="139663" y="148452"/>
                </a:quadBezTo>
                <a:quadBezTo>
                  <a:pt x="139709" y="148405"/>
                  <a:pt x="139709" y="148339"/>
                </a:quadBezTo>
                <a:lnTo>
                  <a:pt x="139709" y="71976"/>
                </a:lnTo>
                <a:lnTo>
                  <a:pt x="78432" y="19890"/>
                </a:lnTo>
                <a:lnTo>
                  <a:pt x="17154" y="71976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"/>
          <p:cNvSpPr txBox="1"/>
          <p:nvPr/>
        </p:nvSpPr>
        <p:spPr>
          <a:xfrm>
            <a:off x="333375" y="9096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96" name="Path"/>
          <p:cNvSpPr/>
          <p:nvPr/>
        </p:nvSpPr>
        <p:spPr>
          <a:xfrm>
            <a:off x="1203563" y="8871948"/>
            <a:ext cx="151156" cy="169121"/>
          </a:xfrm>
          <a:custGeom>
            <a:avLst/>
            <a:gdLst/>
            <a:ahLst/>
            <a:cxnLst/>
            <a:rect l="0" t="0" r="r" b="b"/>
            <a:pathLst>
              <a:path w="151156" h="169121">
                <a:moveTo>
                  <a:pt x="63743" y="12278"/>
                </a:moveTo>
                <a:quadBezTo>
                  <a:pt x="67134" y="5566"/>
                  <a:pt x="73989" y="2883"/>
                </a:quadBezTo>
                <a:quadBezTo>
                  <a:pt x="81353" y="0"/>
                  <a:pt x="88356" y="3424"/>
                </a:quadBezTo>
                <a:quadBezTo>
                  <a:pt x="97020" y="7347"/>
                  <a:pt x="100714" y="16584"/>
                </a:quadBezTo>
                <a:quadBezTo>
                  <a:pt x="104254" y="25438"/>
                  <a:pt x="101313" y="34264"/>
                </a:quadBezTo>
                <a:quadBezTo>
                  <a:pt x="101282" y="34358"/>
                  <a:pt x="101248" y="34452"/>
                </a:quadBezTo>
                <a:quadBezTo>
                  <a:pt x="101214" y="34545"/>
                  <a:pt x="101178" y="34638"/>
                </a:quadBezTo>
                <a:lnTo>
                  <a:pt x="93247" y="55041"/>
                </a:lnTo>
                <a:lnTo>
                  <a:pt x="123308" y="55041"/>
                </a:lnTo>
                <a:quadBezTo>
                  <a:pt x="135428" y="54793"/>
                  <a:pt x="143293" y="64234"/>
                </a:quadBezTo>
                <a:quadBezTo>
                  <a:pt x="151156" y="73674"/>
                  <a:pt x="148697" y="85712"/>
                </a:quadBezTo>
                <a:lnTo>
                  <a:pt x="139118" y="136241"/>
                </a:lnTo>
                <a:quadBezTo>
                  <a:pt x="137248" y="145419"/>
                  <a:pt x="130023" y="151201"/>
                </a:quadBezTo>
                <a:quadBezTo>
                  <a:pt x="122797" y="156984"/>
                  <a:pt x="113544" y="156798"/>
                </a:quadBezTo>
                <a:lnTo>
                  <a:pt x="46741" y="156799"/>
                </a:lnTo>
                <a:lnTo>
                  <a:pt x="46741" y="160927"/>
                </a:lnTo>
                <a:quadBezTo>
                  <a:pt x="46839" y="164321"/>
                  <a:pt x="44370" y="166652"/>
                </a:quadBezTo>
                <a:quadBezTo>
                  <a:pt x="42039" y="169121"/>
                  <a:pt x="38645" y="169023"/>
                </a:quadBezTo>
                <a:lnTo>
                  <a:pt x="17697" y="169023"/>
                </a:lnTo>
                <a:quadBezTo>
                  <a:pt x="10366" y="169023"/>
                  <a:pt x="5182" y="163838"/>
                </a:quadBezTo>
                <a:quadBezTo>
                  <a:pt x="0" y="158653"/>
                  <a:pt x="0" y="151322"/>
                </a:quadBezTo>
                <a:lnTo>
                  <a:pt x="0" y="86711"/>
                </a:lnTo>
                <a:quadBezTo>
                  <a:pt x="0" y="79380"/>
                  <a:pt x="5182" y="74196"/>
                </a:quadBezTo>
                <a:quadBezTo>
                  <a:pt x="10366" y="69011"/>
                  <a:pt x="17697" y="69011"/>
                </a:quadBezTo>
                <a:lnTo>
                  <a:pt x="33766" y="69011"/>
                </a:lnTo>
                <a:lnTo>
                  <a:pt x="63743" y="12278"/>
                </a:lnTo>
                <a:close/>
                <a:moveTo>
                  <a:pt x="46741" y="140607"/>
                </a:moveTo>
                <a:lnTo>
                  <a:pt x="113870" y="140608"/>
                </a:lnTo>
                <a:quadBezTo>
                  <a:pt x="117259" y="140677"/>
                  <a:pt x="119905" y="138559"/>
                </a:quadBezTo>
                <a:quadBezTo>
                  <a:pt x="122553" y="136440"/>
                  <a:pt x="123209" y="133225"/>
                </a:quadBezTo>
                <a:lnTo>
                  <a:pt x="132832" y="82471"/>
                </a:lnTo>
                <a:quadBezTo>
                  <a:pt x="133734" y="78058"/>
                  <a:pt x="130851" y="74598"/>
                </a:quadBezTo>
                <a:quadBezTo>
                  <a:pt x="127970" y="71140"/>
                  <a:pt x="123308" y="71233"/>
                </a:quadBezTo>
                <a:lnTo>
                  <a:pt x="81413" y="71233"/>
                </a:lnTo>
                <a:quadBezTo>
                  <a:pt x="80660" y="71233"/>
                  <a:pt x="79921" y="71094"/>
                </a:quadBezTo>
                <a:quadBezTo>
                  <a:pt x="79181" y="70956"/>
                  <a:pt x="78479" y="70683"/>
                </a:quadBezTo>
                <a:quadBezTo>
                  <a:pt x="75281" y="69544"/>
                  <a:pt x="74003" y="66398"/>
                </a:quadBezTo>
                <a:quadBezTo>
                  <a:pt x="72546" y="63331"/>
                  <a:pt x="73867" y="60203"/>
                </a:quadBezTo>
                <a:lnTo>
                  <a:pt x="86003" y="28984"/>
                </a:lnTo>
                <a:quadBezTo>
                  <a:pt x="86984" y="25861"/>
                  <a:pt x="85678" y="22596"/>
                </a:quadBezTo>
                <a:quadBezTo>
                  <a:pt x="84394" y="19383"/>
                  <a:pt x="81615" y="18147"/>
                </a:quadBezTo>
                <a:quadBezTo>
                  <a:pt x="81531" y="18110"/>
                  <a:pt x="81448" y="18071"/>
                </a:quadBezTo>
                <a:quadBezTo>
                  <a:pt x="81365" y="18031"/>
                  <a:pt x="81282" y="17990"/>
                </a:quadBezTo>
                <a:quadBezTo>
                  <a:pt x="80639" y="17668"/>
                  <a:pt x="79891" y="17961"/>
                </a:quadBezTo>
                <a:quadBezTo>
                  <a:pt x="78788" y="18393"/>
                  <a:pt x="78181" y="19608"/>
                </a:quadBezTo>
                <a:quadBezTo>
                  <a:pt x="78161" y="19649"/>
                  <a:pt x="78140" y="19689"/>
                </a:quadBezTo>
                <a:quadBezTo>
                  <a:pt x="78119" y="19730"/>
                  <a:pt x="78098" y="19770"/>
                </a:quadBezTo>
                <a:lnTo>
                  <a:pt x="46741" y="79114"/>
                </a:lnTo>
                <a:lnTo>
                  <a:pt x="46741" y="140607"/>
                </a:lnTo>
                <a:close/>
                <a:moveTo>
                  <a:pt x="16634" y="85644"/>
                </a:moveTo>
                <a:quadBezTo>
                  <a:pt x="16193" y="86086"/>
                  <a:pt x="16193" y="86711"/>
                </a:quadBezTo>
                <a:lnTo>
                  <a:pt x="16193" y="151322"/>
                </a:lnTo>
                <a:quadBezTo>
                  <a:pt x="16193" y="151948"/>
                  <a:pt x="16634" y="152390"/>
                </a:quadBezTo>
                <a:quadBezTo>
                  <a:pt x="17075" y="152831"/>
                  <a:pt x="17697" y="152831"/>
                </a:quadBezTo>
                <a:lnTo>
                  <a:pt x="30549" y="152831"/>
                </a:lnTo>
                <a:lnTo>
                  <a:pt x="30549" y="85203"/>
                </a:lnTo>
                <a:lnTo>
                  <a:pt x="17697" y="85203"/>
                </a:lnTo>
                <a:quadBezTo>
                  <a:pt x="17075" y="85203"/>
                  <a:pt x="16634" y="85644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1190625" y="9096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98" name="Rectangle"/>
          <p:cNvSpPr/>
          <p:nvPr/>
        </p:nvSpPr>
        <p:spPr>
          <a:xfrm>
            <a:off x="2069783" y="8933339"/>
            <a:ext cx="146685" cy="99536"/>
          </a:xfrm>
          <a:prstGeom prst="roundRect">
            <a:avLst>
              <a:gd name="adj" fmla="val 19138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"/>
          <p:cNvSpPr/>
          <p:nvPr/>
        </p:nvSpPr>
        <p:spPr>
          <a:xfrm>
            <a:off x="2061051" y="8903652"/>
            <a:ext cx="164148" cy="29686"/>
          </a:xfrm>
          <a:prstGeom prst="roundRect">
            <a:avLst>
              <a:gd name="adj" fmla="val 44919"/>
            </a:avLst>
          </a:prstGeom>
          <a:solidFill>
            <a:srgbClr val="FF6B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Path"/>
          <p:cNvSpPr/>
          <p:nvPr/>
        </p:nvSpPr>
        <p:spPr>
          <a:xfrm>
            <a:off x="2136458" y="8903652"/>
            <a:ext cx="13335" cy="129222"/>
          </a:xfrm>
          <a:custGeom>
            <a:avLst/>
            <a:gdLst/>
            <a:ahLst/>
            <a:cxnLst/>
            <a:rect l="0" t="0" r="r" b="b"/>
            <a:pathLst>
              <a:path w="13335" h="129222">
                <a:moveTo>
                  <a:pt x="13335" y="129222"/>
                </a:moveTo>
                <a:lnTo>
                  <a:pt x="0" y="129222"/>
                </a:lnTo>
                <a:lnTo>
                  <a:pt x="0" y="0"/>
                </a:lnTo>
                <a:lnTo>
                  <a:pt x="13335" y="0"/>
                </a:lnTo>
                <a:lnTo>
                  <a:pt x="13335" y="129222"/>
                </a:lnTo>
                <a:close/>
              </a:path>
            </a:pathLst>
          </a:custGeom>
          <a:solidFill>
            <a:srgbClr val="7A1F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Path"/>
          <p:cNvSpPr/>
          <p:nvPr/>
        </p:nvSpPr>
        <p:spPr>
          <a:xfrm>
            <a:off x="2109946" y="8883571"/>
            <a:ext cx="66357" cy="26194"/>
          </a:xfrm>
          <a:custGeom>
            <a:avLst/>
            <a:gdLst/>
            <a:ahLst/>
            <a:cxnLst/>
            <a:rect l="0" t="0" r="r" b="b"/>
            <a:pathLst>
              <a:path w="66357" h="26194">
                <a:moveTo>
                  <a:pt x="33179" y="20082"/>
                </a:moveTo>
                <a:cubicBezTo>
                  <a:pt x="20082" y="2619"/>
                  <a:pt x="0" y="0"/>
                  <a:pt x="1746" y="16589"/>
                </a:cubicBezTo>
                <a:cubicBezTo>
                  <a:pt x="2619" y="23574"/>
                  <a:pt x="13097" y="26194"/>
                  <a:pt x="33179" y="20082"/>
                </a:cubicBezTo>
                <a:close/>
                <a:moveTo>
                  <a:pt x="33179" y="20082"/>
                </a:moveTo>
                <a:cubicBezTo>
                  <a:pt x="46276" y="2619"/>
                  <a:pt x="66357" y="0"/>
                  <a:pt x="64611" y="16589"/>
                </a:cubicBezTo>
                <a:cubicBezTo>
                  <a:pt x="63738" y="23574"/>
                  <a:pt x="53261" y="26194"/>
                  <a:pt x="33179" y="20082"/>
                </a:cubicBezTo>
                <a:close/>
              </a:path>
            </a:pathLst>
          </a:custGeom>
          <a:solidFill>
            <a:srgbClr val="FF6B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th"/>
          <p:cNvSpPr/>
          <p:nvPr/>
        </p:nvSpPr>
        <p:spPr>
          <a:xfrm>
            <a:off x="2106086" y="8883537"/>
            <a:ext cx="74079" cy="29318"/>
          </a:xfrm>
          <a:custGeom>
            <a:avLst/>
            <a:gdLst/>
            <a:ahLst/>
            <a:cxnLst/>
            <a:rect l="0" t="0" r="r" b="b"/>
            <a:pathLst>
              <a:path w="74079" h="29318">
                <a:moveTo>
                  <a:pt x="73198" y="17213"/>
                </a:moveTo>
                <a:quadBezTo>
                  <a:pt x="72058" y="26329"/>
                  <a:pt x="60646" y="27993"/>
                </a:quadBezTo>
                <a:quadBezTo>
                  <a:pt x="51558" y="29318"/>
                  <a:pt x="37039" y="25085"/>
                </a:quadBezTo>
                <a:quadBezTo>
                  <a:pt x="22521" y="29318"/>
                  <a:pt x="13433" y="27993"/>
                </a:quadBezTo>
                <a:quadBezTo>
                  <a:pt x="2021" y="26329"/>
                  <a:pt x="881" y="17213"/>
                </a:quadBezTo>
                <a:lnTo>
                  <a:pt x="5607" y="16623"/>
                </a:lnTo>
                <a:lnTo>
                  <a:pt x="871" y="17121"/>
                </a:lnTo>
                <a:quadBezTo>
                  <a:pt x="0" y="8851"/>
                  <a:pt x="4597" y="4321"/>
                </a:quadBezTo>
                <a:quadBezTo>
                  <a:pt x="8984" y="0"/>
                  <a:pt x="16318" y="870"/>
                </a:quadBezTo>
                <a:quadBezTo>
                  <a:pt x="27488" y="2195"/>
                  <a:pt x="37039" y="12642"/>
                </a:quadBezTo>
                <a:quadBezTo>
                  <a:pt x="46591" y="2195"/>
                  <a:pt x="57761" y="870"/>
                </a:quadBezTo>
                <a:quadBezTo>
                  <a:pt x="65095" y="0"/>
                  <a:pt x="69481" y="4321"/>
                </a:quadBezTo>
                <a:quadBezTo>
                  <a:pt x="74079" y="8851"/>
                  <a:pt x="73208" y="17121"/>
                </a:quadBezTo>
                <a:lnTo>
                  <a:pt x="68472" y="16623"/>
                </a:lnTo>
                <a:lnTo>
                  <a:pt x="73198" y="17213"/>
                </a:lnTo>
                <a:close/>
                <a:moveTo>
                  <a:pt x="59272" y="18568"/>
                </a:moveTo>
                <a:quadBezTo>
                  <a:pt x="63469" y="17956"/>
                  <a:pt x="63742" y="16066"/>
                </a:quadBezTo>
                <a:quadBezTo>
                  <a:pt x="64115" y="12406"/>
                  <a:pt x="62797" y="11107"/>
                </a:quadBezTo>
                <a:quadBezTo>
                  <a:pt x="61671" y="9998"/>
                  <a:pt x="58883" y="10329"/>
                </a:quadBezTo>
                <a:quadBezTo>
                  <a:pt x="52049" y="11140"/>
                  <a:pt x="45607" y="17473"/>
                </a:quadBezTo>
                <a:quadBezTo>
                  <a:pt x="53977" y="19340"/>
                  <a:pt x="59272" y="18568"/>
                </a:quadBezTo>
                <a:close/>
                <a:moveTo>
                  <a:pt x="15196" y="10329"/>
                </a:moveTo>
                <a:quadBezTo>
                  <a:pt x="12408" y="9998"/>
                  <a:pt x="11282" y="11107"/>
                </a:quadBezTo>
                <a:quadBezTo>
                  <a:pt x="9963" y="12406"/>
                  <a:pt x="10337" y="16066"/>
                </a:quadBezTo>
                <a:quadBezTo>
                  <a:pt x="10610" y="17956"/>
                  <a:pt x="14807" y="18568"/>
                </a:quadBezTo>
                <a:quadBezTo>
                  <a:pt x="20101" y="19340"/>
                  <a:pt x="28472" y="17473"/>
                </a:quadBezTo>
                <a:quadBezTo>
                  <a:pt x="22030" y="11140"/>
                  <a:pt x="15196" y="10329"/>
                </a:quadBezTo>
                <a:close/>
              </a:path>
            </a:pathLst>
          </a:custGeom>
          <a:solidFill>
            <a:srgbClr val="7A1F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Box"/>
          <p:cNvSpPr txBox="1"/>
          <p:nvPr/>
        </p:nvSpPr>
        <p:spPr>
          <a:xfrm>
            <a:off x="2047875" y="9096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104" name="Ellipse"/>
          <p:cNvSpPr/>
          <p:nvPr/>
        </p:nvSpPr>
        <p:spPr>
          <a:xfrm>
            <a:off x="2968069" y="8897541"/>
            <a:ext cx="64611" cy="64611"/>
          </a:xfrm>
          <a:prstGeom prst="ellipse">
            <a:avLst/>
          </a:prstGeom>
          <a:noFill/>
          <a:ln w="17145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5" name="Path"/>
          <p:cNvSpPr/>
          <p:nvPr/>
        </p:nvSpPr>
        <p:spPr>
          <a:xfrm>
            <a:off x="2928222" y="8975407"/>
            <a:ext cx="144307" cy="66756"/>
          </a:xfrm>
          <a:custGeom>
            <a:avLst/>
            <a:gdLst/>
            <a:ahLst/>
            <a:cxnLst/>
            <a:rect l="0" t="0" r="r" b="b"/>
            <a:pathLst>
              <a:path w="144307" h="66756">
                <a:moveTo>
                  <a:pt x="972" y="55388"/>
                </a:moveTo>
                <a:quadBezTo>
                  <a:pt x="7479" y="29358"/>
                  <a:pt x="27381" y="14383"/>
                </a:quadBezTo>
                <a:quadBezTo>
                  <a:pt x="46495" y="0"/>
                  <a:pt x="72153" y="0"/>
                </a:quadBezTo>
                <a:quadBezTo>
                  <a:pt x="97812" y="0"/>
                  <a:pt x="116926" y="14383"/>
                </a:quadBezTo>
                <a:quadBezTo>
                  <a:pt x="136828" y="29358"/>
                  <a:pt x="143335" y="55388"/>
                </a:quadBezTo>
                <a:quadBezTo>
                  <a:pt x="144307" y="58850"/>
                  <a:pt x="142369" y="61878"/>
                </a:quadBezTo>
                <a:quadBezTo>
                  <a:pt x="140609" y="65013"/>
                  <a:pt x="137098" y="65784"/>
                </a:quadBezTo>
                <a:quadBezTo>
                  <a:pt x="133636" y="66756"/>
                  <a:pt x="130608" y="64818"/>
                </a:quadBezTo>
                <a:quadBezTo>
                  <a:pt x="127473" y="63058"/>
                  <a:pt x="126702" y="59547"/>
                </a:quadBezTo>
                <a:quadBezTo>
                  <a:pt x="121667" y="39407"/>
                  <a:pt x="106617" y="28083"/>
                </a:quadBezTo>
                <a:quadBezTo>
                  <a:pt x="92082" y="17145"/>
                  <a:pt x="72153" y="17145"/>
                </a:quadBezTo>
                <a:quadBezTo>
                  <a:pt x="52225" y="17145"/>
                  <a:pt x="37690" y="28083"/>
                </a:quadBezTo>
                <a:quadBezTo>
                  <a:pt x="22640" y="39407"/>
                  <a:pt x="17605" y="59547"/>
                </a:quadBezTo>
                <a:quadBezTo>
                  <a:pt x="16834" y="63058"/>
                  <a:pt x="13699" y="64818"/>
                </a:quadBezTo>
                <a:quadBezTo>
                  <a:pt x="10671" y="66756"/>
                  <a:pt x="7209" y="65784"/>
                </a:quadBezTo>
                <a:quadBezTo>
                  <a:pt x="3698" y="65013"/>
                  <a:pt x="1938" y="61878"/>
                </a:quadBezTo>
                <a:quadBezTo>
                  <a:pt x="0" y="58850"/>
                  <a:pt x="972" y="55388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"/>
          <p:cNvSpPr txBox="1"/>
          <p:nvPr/>
        </p:nvSpPr>
        <p:spPr>
          <a:xfrm>
            <a:off x="2952750" y="9096375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107" name="Rectangle"/>
          <p:cNvSpPr/>
          <p:nvPr/>
        </p:nvSpPr>
        <p:spPr>
          <a:xfrm>
            <a:off x="1143000" y="93059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t="22" b="22"/>
          <a:stretch>
            <a:fillRect/>
          </a:stretch>
        </p:blipFill>
        <p:spPr>
          <a:xfrm>
            <a:off x="0" y="0"/>
            <a:ext cx="3429000" cy="80010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0"/>
            <a:ext cx="3429000" cy="1524000"/>
          </a:xfrm>
          <a:prstGeom prst="rect">
            <a:avLst/>
          </a:prstGeom>
          <a:gradFill>
            <a:gsLst>
              <a:gs pos="0">
                <a:srgbClr val="000000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0" y="4953000"/>
            <a:ext cx="3429000" cy="304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8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7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123950" y="5334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关注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657350" y="533400"/>
            <a:ext cx="3048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推荐</a:t>
            </a:r>
          </a:p>
        </p:txBody>
      </p:sp>
      <p:sp>
        <p:nvSpPr>
          <p:cNvPr id="20" name="Rectangle"/>
          <p:cNvSpPr/>
          <p:nvPr/>
        </p:nvSpPr>
        <p:spPr>
          <a:xfrm>
            <a:off x="1714500" y="790575"/>
            <a:ext cx="19050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3098800" y="584200"/>
            <a:ext cx="111125" cy="111125"/>
          </a:xfrm>
          <a:prstGeom prst="ellipse">
            <a:avLst/>
          </a:prstGeom>
          <a:noFill/>
          <a:ln w="19050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3188379" y="673779"/>
            <a:ext cx="54999" cy="54999"/>
          </a:xfrm>
          <a:custGeom>
            <a:avLst/>
            <a:gdLst/>
            <a:ahLst/>
            <a:cxnLst/>
            <a:rect l="0" t="0" r="r" b="b"/>
            <a:pathLst>
              <a:path w="54999" h="54999">
                <a:moveTo>
                  <a:pt x="16375" y="2905"/>
                </a:moveTo>
                <a:lnTo>
                  <a:pt x="52094" y="38623"/>
                </a:lnTo>
                <a:quadBezTo>
                  <a:pt x="54999" y="41366"/>
                  <a:pt x="54884" y="45359"/>
                </a:quadBezTo>
                <a:quadBezTo>
                  <a:pt x="54999" y="49352"/>
                  <a:pt x="52094" y="52094"/>
                </a:quadBezTo>
                <a:quadBezTo>
                  <a:pt x="49352" y="54999"/>
                  <a:pt x="45359" y="54884"/>
                </a:quadBezTo>
                <a:quadBezTo>
                  <a:pt x="41366" y="54999"/>
                  <a:pt x="38623" y="52094"/>
                </a:quadBezTo>
                <a:lnTo>
                  <a:pt x="2905" y="16375"/>
                </a:ln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2905125" y="320040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D8C"/>
              </a:gs>
              <a:gs pos="100000">
                <a:srgbClr val="FF7A45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3028950" y="3305175"/>
            <a:ext cx="16274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</a:rPr>
              <a:t>M</a:t>
            </a:r>
          </a:p>
        </p:txBody>
      </p:sp>
      <p:sp>
        <p:nvSpPr>
          <p:cNvPr id="25" name="Rectangle"/>
          <p:cNvSpPr/>
          <p:nvPr/>
        </p:nvSpPr>
        <p:spPr>
          <a:xfrm>
            <a:off x="3028950" y="35623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3070506" y="3603906"/>
            <a:ext cx="88338" cy="88338"/>
          </a:xfrm>
          <a:custGeom>
            <a:avLst/>
            <a:gdLst/>
            <a:ahLst/>
            <a:cxnLst/>
            <a:rect l="0" t="0" r="r" b="b"/>
            <a:pathLst>
              <a:path w="88338" h="88338">
                <a:moveTo>
                  <a:pt x="60362" y="16388"/>
                </a:moveTo>
                <a:lnTo>
                  <a:pt x="60362" y="27977"/>
                </a:lnTo>
                <a:lnTo>
                  <a:pt x="71950" y="27977"/>
                </a:lnTo>
                <a:quadBezTo>
                  <a:pt x="78738" y="27781"/>
                  <a:pt x="83400" y="32719"/>
                </a:quadBezTo>
                <a:quadBezTo>
                  <a:pt x="88338" y="37381"/>
                  <a:pt x="88143" y="44169"/>
                </a:quadBezTo>
                <a:quadBezTo>
                  <a:pt x="88338" y="50957"/>
                  <a:pt x="83400" y="55619"/>
                </a:quadBezTo>
                <a:quadBezTo>
                  <a:pt x="78738" y="60557"/>
                  <a:pt x="71950" y="60362"/>
                </a:quadBezTo>
                <a:lnTo>
                  <a:pt x="60362" y="60362"/>
                </a:lnTo>
                <a:lnTo>
                  <a:pt x="60362" y="71950"/>
                </a:lnTo>
                <a:quadBezTo>
                  <a:pt x="60557" y="78738"/>
                  <a:pt x="55619" y="83400"/>
                </a:quadBezTo>
                <a:quadBezTo>
                  <a:pt x="50957" y="88338"/>
                  <a:pt x="44169" y="88143"/>
                </a:quadBezTo>
                <a:quadBezTo>
                  <a:pt x="37381" y="88338"/>
                  <a:pt x="32719" y="83400"/>
                </a:quadBezTo>
                <a:quadBezTo>
                  <a:pt x="27781" y="78738"/>
                  <a:pt x="27977" y="71950"/>
                </a:quadBezTo>
                <a:lnTo>
                  <a:pt x="27977" y="60362"/>
                </a:lnTo>
                <a:lnTo>
                  <a:pt x="16388" y="60362"/>
                </a:lnTo>
                <a:quadBezTo>
                  <a:pt x="9600" y="60557"/>
                  <a:pt x="4938" y="55619"/>
                </a:quadBezTo>
                <a:quadBezTo>
                  <a:pt x="0" y="50957"/>
                  <a:pt x="195" y="44169"/>
                </a:quadBezTo>
                <a:quadBezTo>
                  <a:pt x="0" y="37381"/>
                  <a:pt x="4938" y="32719"/>
                </a:quadBezTo>
                <a:quadBezTo>
                  <a:pt x="9600" y="27781"/>
                  <a:pt x="16388" y="27977"/>
                </a:quadBezTo>
                <a:lnTo>
                  <a:pt x="27977" y="27977"/>
                </a:lnTo>
                <a:lnTo>
                  <a:pt x="27977" y="16388"/>
                </a:lnTo>
                <a:quadBezTo>
                  <a:pt x="27781" y="9600"/>
                  <a:pt x="32719" y="4938"/>
                </a:quadBezTo>
                <a:quadBezTo>
                  <a:pt x="37381" y="0"/>
                  <a:pt x="44169" y="195"/>
                </a:quadBezTo>
                <a:quadBezTo>
                  <a:pt x="50957" y="0"/>
                  <a:pt x="55619" y="4938"/>
                </a:quadBezTo>
                <a:quadBezTo>
                  <a:pt x="60557" y="9600"/>
                  <a:pt x="60362" y="1638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3007519" y="3957638"/>
            <a:ext cx="214313" cy="192881"/>
          </a:xfrm>
          <a:custGeom>
            <a:avLst/>
            <a:gdLst/>
            <a:ahLst/>
            <a:cxnLst/>
            <a:rect l="0" t="0" r="r" b="b"/>
            <a:pathLst>
              <a:path w="214313" h="192881">
                <a:moveTo>
                  <a:pt x="107156" y="192881"/>
                </a:moveTo>
                <a:cubicBezTo>
                  <a:pt x="50006" y="154781"/>
                  <a:pt x="0" y="109538"/>
                  <a:pt x="0" y="59531"/>
                </a:cubicBezTo>
                <a:cubicBezTo>
                  <a:pt x="0" y="23813"/>
                  <a:pt x="27384" y="0"/>
                  <a:pt x="57150" y="0"/>
                </a:cubicBezTo>
                <a:cubicBezTo>
                  <a:pt x="77391" y="0"/>
                  <a:pt x="95250" y="10716"/>
                  <a:pt x="107156" y="28575"/>
                </a:cubicBezTo>
                <a:cubicBezTo>
                  <a:pt x="119063" y="10716"/>
                  <a:pt x="136922" y="0"/>
                  <a:pt x="157163" y="0"/>
                </a:cubicBezTo>
                <a:cubicBezTo>
                  <a:pt x="186928" y="0"/>
                  <a:pt x="214313" y="23813"/>
                  <a:pt x="214313" y="59531"/>
                </a:cubicBezTo>
                <a:cubicBezTo>
                  <a:pt x="214313" y="109538"/>
                  <a:pt x="164306" y="154781"/>
                  <a:pt x="107156" y="1928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2990850" y="4229100"/>
            <a:ext cx="246027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128K</a:t>
            </a:r>
          </a:p>
        </p:txBody>
      </p:sp>
      <p:sp>
        <p:nvSpPr>
          <p:cNvPr id="29" name="Path"/>
          <p:cNvSpPr/>
          <p:nvPr/>
        </p:nvSpPr>
        <p:spPr>
          <a:xfrm>
            <a:off x="3007519" y="4560094"/>
            <a:ext cx="214313" cy="202406"/>
          </a:xfrm>
          <a:custGeom>
            <a:avLst/>
            <a:gdLst/>
            <a:ahLst/>
            <a:cxnLst/>
            <a:rect l="0" t="0" r="r" b="b"/>
            <a:pathLst>
              <a:path w="214313" h="202406">
                <a:moveTo>
                  <a:pt x="107156" y="0"/>
                </a:moveTo>
                <a:cubicBezTo>
                  <a:pt x="166688" y="0"/>
                  <a:pt x="214313" y="40481"/>
                  <a:pt x="214313" y="90488"/>
                </a:cubicBezTo>
                <a:cubicBezTo>
                  <a:pt x="214313" y="140494"/>
                  <a:pt x="166688" y="180975"/>
                  <a:pt x="107156" y="180975"/>
                </a:cubicBezTo>
                <a:cubicBezTo>
                  <a:pt x="95250" y="180975"/>
                  <a:pt x="83344" y="179784"/>
                  <a:pt x="72628" y="176213"/>
                </a:cubicBezTo>
                <a:lnTo>
                  <a:pt x="26194" y="202406"/>
                </a:lnTo>
                <a:lnTo>
                  <a:pt x="38100" y="161925"/>
                </a:lnTo>
                <a:cubicBezTo>
                  <a:pt x="14287" y="146447"/>
                  <a:pt x="0" y="126206"/>
                  <a:pt x="0" y="90488"/>
                </a:cubicBezTo>
                <a:cubicBezTo>
                  <a:pt x="0" y="40481"/>
                  <a:pt x="47625" y="0"/>
                  <a:pt x="1071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Ellipse"/>
          <p:cNvSpPr/>
          <p:nvPr/>
        </p:nvSpPr>
        <p:spPr>
          <a:xfrm>
            <a:off x="3060502" y="4639270"/>
            <a:ext cx="27384" cy="27384"/>
          </a:xfrm>
          <a:prstGeom prst="ellipse">
            <a:avLst/>
          </a:prstGeom>
          <a:solidFill>
            <a:srgbClr val="2A0F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Ellipse"/>
          <p:cNvSpPr/>
          <p:nvPr/>
        </p:nvSpPr>
        <p:spPr>
          <a:xfrm>
            <a:off x="3103364" y="4639270"/>
            <a:ext cx="27384" cy="27384"/>
          </a:xfrm>
          <a:prstGeom prst="ellipse">
            <a:avLst/>
          </a:prstGeom>
          <a:solidFill>
            <a:srgbClr val="2A0F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Ellipse"/>
          <p:cNvSpPr/>
          <p:nvPr/>
        </p:nvSpPr>
        <p:spPr>
          <a:xfrm>
            <a:off x="3146227" y="4639270"/>
            <a:ext cx="27384" cy="27384"/>
          </a:xfrm>
          <a:prstGeom prst="ellipse">
            <a:avLst/>
          </a:prstGeom>
          <a:solidFill>
            <a:srgbClr val="2A0F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3000375" y="4848225"/>
            <a:ext cx="23175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3.2K</a:t>
            </a:r>
          </a:p>
        </p:txBody>
      </p:sp>
      <p:sp>
        <p:nvSpPr>
          <p:cNvPr id="34" name="Path"/>
          <p:cNvSpPr/>
          <p:nvPr/>
        </p:nvSpPr>
        <p:spPr>
          <a:xfrm>
            <a:off x="3009900" y="5181600"/>
            <a:ext cx="209550" cy="200025"/>
          </a:xfrm>
          <a:custGeom>
            <a:avLst/>
            <a:gdLst/>
            <a:ahLst/>
            <a:cxnLst/>
            <a:rect l="0" t="0" r="r" b="b"/>
            <a:pathLst>
              <a:path w="209550" h="200025">
                <a:moveTo>
                  <a:pt x="104775" y="0"/>
                </a:moveTo>
                <a:lnTo>
                  <a:pt x="136922" y="66675"/>
                </a:lnTo>
                <a:lnTo>
                  <a:pt x="209550" y="76200"/>
                </a:lnTo>
                <a:lnTo>
                  <a:pt x="155972" y="127397"/>
                </a:lnTo>
                <a:lnTo>
                  <a:pt x="169069" y="198834"/>
                </a:lnTo>
                <a:lnTo>
                  <a:pt x="104775" y="165497"/>
                </a:lnTo>
                <a:lnTo>
                  <a:pt x="40481" y="200025"/>
                </a:lnTo>
                <a:lnTo>
                  <a:pt x="53578" y="128588"/>
                </a:lnTo>
                <a:lnTo>
                  <a:pt x="0" y="76200"/>
                </a:lnTo>
                <a:lnTo>
                  <a:pt x="72628" y="66675"/>
                </a:lnTo>
                <a:lnTo>
                  <a:pt x="1047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3009900" y="5467350"/>
            <a:ext cx="20397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45K</a:t>
            </a:r>
          </a:p>
        </p:txBody>
      </p:sp>
      <p:sp>
        <p:nvSpPr>
          <p:cNvPr id="36" name="Path"/>
          <p:cNvSpPr/>
          <p:nvPr/>
        </p:nvSpPr>
        <p:spPr>
          <a:xfrm>
            <a:off x="3007519" y="5863828"/>
            <a:ext cx="202406" cy="154781"/>
          </a:xfrm>
          <a:custGeom>
            <a:avLst/>
            <a:gdLst/>
            <a:ahLst/>
            <a:cxnLst/>
            <a:rect l="0" t="0" r="r" b="b"/>
            <a:pathLst>
              <a:path w="202406" h="154781">
                <a:moveTo>
                  <a:pt x="0" y="136922"/>
                </a:moveTo>
                <a:cubicBezTo>
                  <a:pt x="7144" y="84534"/>
                  <a:pt x="42863" y="48816"/>
                  <a:pt x="107156" y="42863"/>
                </a:cubicBezTo>
                <a:lnTo>
                  <a:pt x="107156" y="0"/>
                </a:lnTo>
                <a:lnTo>
                  <a:pt x="202406" y="77391"/>
                </a:lnTo>
                <a:lnTo>
                  <a:pt x="107156" y="154781"/>
                </a:lnTo>
                <a:lnTo>
                  <a:pt x="107156" y="111919"/>
                </a:lnTo>
                <a:cubicBezTo>
                  <a:pt x="47625" y="111919"/>
                  <a:pt x="21431" y="120253"/>
                  <a:pt x="0" y="1369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3000375" y="6086475"/>
            <a:ext cx="23252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8.9K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152400" y="61531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39" name="Rectangle"/>
          <p:cNvSpPr/>
          <p:nvPr/>
        </p:nvSpPr>
        <p:spPr>
          <a:xfrm>
            <a:off x="152400" y="6477000"/>
            <a:ext cx="485775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228600" y="6505575"/>
            <a:ext cx="3289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第10集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714375" y="6505575"/>
            <a:ext cx="14988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#轻喜 #灵魂互换 #追妻火葬场</a:t>
            </a:r>
          </a:p>
        </p:txBody>
      </p:sp>
      <p:sp>
        <p:nvSpPr>
          <p:cNvPr id="42" name="Rectangle"/>
          <p:cNvSpPr/>
          <p:nvPr/>
        </p:nvSpPr>
        <p:spPr>
          <a:xfrm>
            <a:off x="2686050" y="6496050"/>
            <a:ext cx="5905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2867025" y="6553200"/>
            <a:ext cx="238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1A0F08"/>
                </a:solidFill>
                <a:latin typeface="Noto Sans SC"/>
                <a:ea typeface="Noto Sans SC"/>
                <a:cs typeface="Noto Sans SC"/>
              </a:rPr>
              <a:t>选集</a:t>
            </a:r>
          </a:p>
        </p:txBody>
      </p:sp>
      <p:sp>
        <p:nvSpPr>
          <p:cNvPr id="44" name="Rectangle"/>
          <p:cNvSpPr/>
          <p:nvPr/>
        </p:nvSpPr>
        <p:spPr>
          <a:xfrm>
            <a:off x="152400" y="7162800"/>
            <a:ext cx="3124200" cy="23813"/>
          </a:xfrm>
          <a:prstGeom prst="roundRect">
            <a:avLst>
              <a:gd name="adj" fmla="val 50000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52400" y="7162800"/>
            <a:ext cx="142875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0" y="7239000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0" y="72390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350193" y="7360536"/>
            <a:ext cx="156864" cy="165746"/>
          </a:xfrm>
          <a:custGeom>
            <a:avLst/>
            <a:gdLst/>
            <a:ahLst/>
            <a:cxnLst/>
            <a:rect l="0" t="0" r="r" b="b"/>
            <a:pathLst>
              <a:path w="156864" h="165746">
                <a:moveTo>
                  <a:pt x="72880" y="2108"/>
                </a:moveTo>
                <a:quadBezTo>
                  <a:pt x="75256" y="0"/>
                  <a:pt x="78432" y="67"/>
                </a:quadBezTo>
                <a:quadBezTo>
                  <a:pt x="81608" y="0"/>
                  <a:pt x="83984" y="2108"/>
                </a:quadBezTo>
                <a:lnTo>
                  <a:pt x="153834" y="61480"/>
                </a:lnTo>
                <a:quadBezTo>
                  <a:pt x="155279" y="62696"/>
                  <a:pt x="156063" y="64414"/>
                </a:quadBezTo>
                <a:quadBezTo>
                  <a:pt x="156864" y="66123"/>
                  <a:pt x="156854" y="68012"/>
                </a:quadBezTo>
                <a:lnTo>
                  <a:pt x="156854" y="148339"/>
                </a:lnTo>
                <a:quadBezTo>
                  <a:pt x="156854" y="155507"/>
                  <a:pt x="151786" y="160575"/>
                </a:quadBezTo>
                <a:quadBezTo>
                  <a:pt x="146718" y="165643"/>
                  <a:pt x="139551" y="165643"/>
                </a:quadBezTo>
                <a:lnTo>
                  <a:pt x="99387" y="165643"/>
                </a:lnTo>
                <a:quadBezTo>
                  <a:pt x="95793" y="165746"/>
                  <a:pt x="93325" y="163132"/>
                </a:quadBezTo>
                <a:quadBezTo>
                  <a:pt x="90711" y="160664"/>
                  <a:pt x="90814" y="157070"/>
                </a:quadBezTo>
                <a:lnTo>
                  <a:pt x="90814" y="118494"/>
                </a:lnTo>
                <a:lnTo>
                  <a:pt x="66049" y="118494"/>
                </a:lnTo>
                <a:lnTo>
                  <a:pt x="66049" y="157070"/>
                </a:lnTo>
                <a:quadBezTo>
                  <a:pt x="66153" y="160664"/>
                  <a:pt x="63539" y="163132"/>
                </a:quadBezTo>
                <a:quadBezTo>
                  <a:pt x="61071" y="165746"/>
                  <a:pt x="57477" y="165643"/>
                </a:quadBezTo>
                <a:lnTo>
                  <a:pt x="17313" y="165643"/>
                </a:lnTo>
                <a:quadBezTo>
                  <a:pt x="10146" y="165643"/>
                  <a:pt x="5078" y="160575"/>
                </a:quadBezTo>
                <a:quadBezTo>
                  <a:pt x="9" y="155507"/>
                  <a:pt x="9" y="148339"/>
                </a:quadBezTo>
                <a:lnTo>
                  <a:pt x="9" y="68012"/>
                </a:lnTo>
                <a:quadBezTo>
                  <a:pt x="0" y="66123"/>
                  <a:pt x="801" y="64414"/>
                </a:quadBezTo>
                <a:quadBezTo>
                  <a:pt x="1585" y="62696"/>
                  <a:pt x="3030" y="61480"/>
                </a:quadBezTo>
                <a:lnTo>
                  <a:pt x="72880" y="2108"/>
                </a:lnTo>
                <a:close/>
                <a:moveTo>
                  <a:pt x="17154" y="71976"/>
                </a:moveTo>
                <a:lnTo>
                  <a:pt x="17154" y="148339"/>
                </a:lnTo>
                <a:quadBezTo>
                  <a:pt x="17154" y="148405"/>
                  <a:pt x="17201" y="148451"/>
                </a:quadBezTo>
                <a:quadBezTo>
                  <a:pt x="17247" y="148498"/>
                  <a:pt x="17313" y="148498"/>
                </a:quadBezTo>
                <a:lnTo>
                  <a:pt x="48904" y="148498"/>
                </a:lnTo>
                <a:lnTo>
                  <a:pt x="48904" y="109922"/>
                </a:lnTo>
                <a:quadBezTo>
                  <a:pt x="48801" y="106328"/>
                  <a:pt x="51415" y="103860"/>
                </a:quadBezTo>
                <a:quadBezTo>
                  <a:pt x="53883" y="101246"/>
                  <a:pt x="57477" y="101349"/>
                </a:quadBezTo>
                <a:lnTo>
                  <a:pt x="99387" y="101349"/>
                </a:lnTo>
                <a:quadBezTo>
                  <a:pt x="102981" y="101246"/>
                  <a:pt x="105449" y="103860"/>
                </a:quadBezTo>
                <a:quadBezTo>
                  <a:pt x="108063" y="106328"/>
                  <a:pt x="107959" y="109922"/>
                </a:quadBezTo>
                <a:lnTo>
                  <a:pt x="107959" y="148498"/>
                </a:lnTo>
                <a:lnTo>
                  <a:pt x="139551" y="148498"/>
                </a:lnTo>
                <a:quadBezTo>
                  <a:pt x="139616" y="148498"/>
                  <a:pt x="139663" y="148452"/>
                </a:quadBezTo>
                <a:quadBezTo>
                  <a:pt x="139709" y="148405"/>
                  <a:pt x="139709" y="148339"/>
                </a:quadBezTo>
                <a:lnTo>
                  <a:pt x="139709" y="71976"/>
                </a:lnTo>
                <a:lnTo>
                  <a:pt x="78432" y="19890"/>
                </a:lnTo>
                <a:lnTo>
                  <a:pt x="17154" y="71976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3333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50" name="Path"/>
          <p:cNvSpPr/>
          <p:nvPr/>
        </p:nvSpPr>
        <p:spPr>
          <a:xfrm>
            <a:off x="1211659" y="7356078"/>
            <a:ext cx="147758" cy="152797"/>
          </a:xfrm>
          <a:custGeom>
            <a:avLst/>
            <a:gdLst/>
            <a:ahLst/>
            <a:cxnLst/>
            <a:rect l="0" t="0" r="r" b="b"/>
            <a:pathLst>
              <a:path w="147758" h="152797">
                <a:moveTo>
                  <a:pt x="30550" y="68977"/>
                </a:moveTo>
                <a:lnTo>
                  <a:pt x="30550" y="152797"/>
                </a:lnTo>
                <a:lnTo>
                  <a:pt x="9601" y="152797"/>
                </a:lnTo>
                <a:cubicBezTo>
                  <a:pt x="6950" y="152797"/>
                  <a:pt x="4687" y="151859"/>
                  <a:pt x="2812" y="149984"/>
                </a:cubicBezTo>
                <a:cubicBezTo>
                  <a:pt x="937" y="148108"/>
                  <a:pt x="0" y="145845"/>
                  <a:pt x="0" y="143193"/>
                </a:cubicBezTo>
                <a:lnTo>
                  <a:pt x="0" y="78581"/>
                </a:lnTo>
                <a:cubicBezTo>
                  <a:pt x="0" y="75929"/>
                  <a:pt x="937" y="73665"/>
                  <a:pt x="2812" y="71790"/>
                </a:cubicBezTo>
                <a:cubicBezTo>
                  <a:pt x="4687" y="69915"/>
                  <a:pt x="6950" y="68977"/>
                  <a:pt x="9601" y="68977"/>
                </a:cubicBezTo>
                <a:lnTo>
                  <a:pt x="30550" y="68977"/>
                </a:lnTo>
                <a:close/>
                <a:moveTo>
                  <a:pt x="44515" y="68977"/>
                </a:moveTo>
                <a:lnTo>
                  <a:pt x="76811" y="7858"/>
                </a:lnTo>
                <a:cubicBezTo>
                  <a:pt x="79429" y="2619"/>
                  <a:pt x="85539" y="0"/>
                  <a:pt x="90776" y="2619"/>
                </a:cubicBezTo>
                <a:cubicBezTo>
                  <a:pt x="98632" y="6112"/>
                  <a:pt x="102123" y="15716"/>
                  <a:pt x="99505" y="23574"/>
                </a:cubicBezTo>
                <a:lnTo>
                  <a:pt x="87285" y="55007"/>
                </a:lnTo>
                <a:lnTo>
                  <a:pt x="129181" y="55007"/>
                </a:lnTo>
                <a:cubicBezTo>
                  <a:pt x="134775" y="54894"/>
                  <a:pt x="139364" y="56987"/>
                  <a:pt x="142946" y="61287"/>
                </a:cubicBezTo>
                <a:cubicBezTo>
                  <a:pt x="146528" y="65586"/>
                  <a:pt x="147758" y="70478"/>
                  <a:pt x="146638" y="75962"/>
                </a:cubicBezTo>
                <a:lnTo>
                  <a:pt x="137037" y="126603"/>
                </a:lnTo>
                <a:cubicBezTo>
                  <a:pt x="136195" y="130734"/>
                  <a:pt x="134128" y="134116"/>
                  <a:pt x="130837" y="136750"/>
                </a:cubicBezTo>
                <a:cubicBezTo>
                  <a:pt x="127546" y="139384"/>
                  <a:pt x="123794" y="140658"/>
                  <a:pt x="119580" y="140573"/>
                </a:cubicBezTo>
                <a:lnTo>
                  <a:pt x="44515" y="140573"/>
                </a:lnTo>
                <a:lnTo>
                  <a:pt x="44515" y="68977"/>
                </a:lnTo>
                <a:close/>
              </a:path>
            </a:pathLst>
          </a:cu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19062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52" name="Rectangle"/>
          <p:cNvSpPr/>
          <p:nvPr/>
        </p:nvSpPr>
        <p:spPr>
          <a:xfrm>
            <a:off x="2069783" y="7409339"/>
            <a:ext cx="146685" cy="99536"/>
          </a:xfrm>
          <a:prstGeom prst="roundRect">
            <a:avLst>
              <a:gd name="adj" fmla="val 1913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061051" y="7379652"/>
            <a:ext cx="164148" cy="29686"/>
          </a:xfrm>
          <a:prstGeom prst="roundRect">
            <a:avLst>
              <a:gd name="adj" fmla="val 44919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4" name="Path"/>
          <p:cNvSpPr/>
          <p:nvPr/>
        </p:nvSpPr>
        <p:spPr>
          <a:xfrm>
            <a:off x="2099269" y="7354433"/>
            <a:ext cx="87712" cy="154441"/>
          </a:xfrm>
          <a:custGeom>
            <a:avLst/>
            <a:gdLst/>
            <a:ahLst/>
            <a:cxnLst/>
            <a:rect l="0" t="0" r="r" b="b"/>
            <a:pathLst>
              <a:path w="87712" h="154441">
                <a:moveTo>
                  <a:pt x="86763" y="21564"/>
                </a:moveTo>
                <a:quadBezTo>
                  <a:pt x="85530" y="33890"/>
                  <a:pt x="71315" y="35996"/>
                </a:quadBezTo>
                <a:quadBezTo>
                  <a:pt x="63307" y="37183"/>
                  <a:pt x="51000" y="34461"/>
                </a:quadBezTo>
                <a:lnTo>
                  <a:pt x="51000" y="154441"/>
                </a:lnTo>
                <a:lnTo>
                  <a:pt x="36712" y="154441"/>
                </a:lnTo>
                <a:lnTo>
                  <a:pt x="36712" y="34461"/>
                </a:lnTo>
                <a:quadBezTo>
                  <a:pt x="24406" y="37183"/>
                  <a:pt x="16397" y="35996"/>
                </a:quadBezTo>
                <a:quadBezTo>
                  <a:pt x="2182" y="33890"/>
                  <a:pt x="950" y="21564"/>
                </a:quadBezTo>
                <a:lnTo>
                  <a:pt x="8058" y="20853"/>
                </a:lnTo>
                <a:lnTo>
                  <a:pt x="944" y="21500"/>
                </a:lnTo>
                <a:quadBezTo>
                  <a:pt x="0" y="11119"/>
                  <a:pt x="6047" y="5412"/>
                </a:quadBezTo>
                <a:quadBezTo>
                  <a:pt x="11782" y="0"/>
                  <a:pt x="21001" y="1220"/>
                </a:quadBezTo>
                <a:quadBezTo>
                  <a:pt x="28517" y="2215"/>
                  <a:pt x="36171" y="7477"/>
                </a:quadBezTo>
                <a:quadBezTo>
                  <a:pt x="40290" y="10309"/>
                  <a:pt x="43856" y="13987"/>
                </a:quadBezTo>
                <a:quadBezTo>
                  <a:pt x="47423" y="10309"/>
                  <a:pt x="51542" y="7477"/>
                </a:quadBezTo>
                <a:quadBezTo>
                  <a:pt x="59195" y="2215"/>
                  <a:pt x="66712" y="1220"/>
                </a:quadBezTo>
                <a:quadBezTo>
                  <a:pt x="75930" y="0"/>
                  <a:pt x="81665" y="5412"/>
                </a:quadBezTo>
                <a:quadBezTo>
                  <a:pt x="87712" y="11119"/>
                  <a:pt x="86769" y="21500"/>
                </a:quadBezTo>
                <a:lnTo>
                  <a:pt x="79654" y="20853"/>
                </a:lnTo>
                <a:lnTo>
                  <a:pt x="86763" y="21564"/>
                </a:lnTo>
                <a:close/>
                <a:moveTo>
                  <a:pt x="59636" y="19250"/>
                </a:moveTo>
                <a:quadBezTo>
                  <a:pt x="58344" y="20139"/>
                  <a:pt x="57120" y="21152"/>
                </a:quadBezTo>
                <a:quadBezTo>
                  <a:pt x="64602" y="22547"/>
                  <a:pt x="69221" y="21863"/>
                </a:quadBezTo>
                <a:quadBezTo>
                  <a:pt x="72398" y="21393"/>
                  <a:pt x="72544" y="20161"/>
                </a:quadBezTo>
                <a:quadBezTo>
                  <a:pt x="72848" y="16737"/>
                  <a:pt x="71859" y="15803"/>
                </a:quadBezTo>
                <a:quadBezTo>
                  <a:pt x="71067" y="15056"/>
                  <a:pt x="68586" y="15384"/>
                </a:quadBezTo>
                <a:quadBezTo>
                  <a:pt x="64466" y="15929"/>
                  <a:pt x="59636" y="19250"/>
                </a:quadBezTo>
                <a:close/>
                <a:moveTo>
                  <a:pt x="18491" y="21863"/>
                </a:moveTo>
                <a:quadBezTo>
                  <a:pt x="23111" y="22547"/>
                  <a:pt x="30592" y="21152"/>
                </a:quadBezTo>
                <a:quadBezTo>
                  <a:pt x="29369" y="20139"/>
                  <a:pt x="28076" y="19250"/>
                </a:quadBezTo>
                <a:quadBezTo>
                  <a:pt x="23246" y="15929"/>
                  <a:pt x="19126" y="15384"/>
                </a:quadBezTo>
                <a:quadBezTo>
                  <a:pt x="16645" y="15056"/>
                  <a:pt x="15853" y="15803"/>
                </a:quadBezTo>
                <a:quadBezTo>
                  <a:pt x="14864" y="16737"/>
                  <a:pt x="15168" y="20161"/>
                </a:quadBezTo>
                <a:quadBezTo>
                  <a:pt x="15315" y="21392"/>
                  <a:pt x="18491" y="21863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2047875" y="7572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56" name="Ellipse"/>
          <p:cNvSpPr/>
          <p:nvPr/>
        </p:nvSpPr>
        <p:spPr>
          <a:xfrm>
            <a:off x="2968069" y="7373541"/>
            <a:ext cx="64611" cy="64611"/>
          </a:xfrm>
          <a:prstGeom prst="ellipse">
            <a:avLst/>
          </a:prstGeom>
          <a:noFill/>
          <a:ln w="17145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2928222" y="7451407"/>
            <a:ext cx="144307" cy="66756"/>
          </a:xfrm>
          <a:custGeom>
            <a:avLst/>
            <a:gdLst/>
            <a:ahLst/>
            <a:cxnLst/>
            <a:rect l="0" t="0" r="r" b="b"/>
            <a:pathLst>
              <a:path w="144307" h="66756">
                <a:moveTo>
                  <a:pt x="972" y="55388"/>
                </a:moveTo>
                <a:quadBezTo>
                  <a:pt x="7479" y="29358"/>
                  <a:pt x="27381" y="14383"/>
                </a:quadBezTo>
                <a:quadBezTo>
                  <a:pt x="46495" y="0"/>
                  <a:pt x="72153" y="0"/>
                </a:quadBezTo>
                <a:quadBezTo>
                  <a:pt x="97812" y="0"/>
                  <a:pt x="116926" y="14383"/>
                </a:quadBezTo>
                <a:quadBezTo>
                  <a:pt x="136828" y="29358"/>
                  <a:pt x="143335" y="55388"/>
                </a:quadBezTo>
                <a:quadBezTo>
                  <a:pt x="144307" y="58850"/>
                  <a:pt x="142369" y="61878"/>
                </a:quadBezTo>
                <a:quadBezTo>
                  <a:pt x="140609" y="65013"/>
                  <a:pt x="137098" y="65784"/>
                </a:quadBezTo>
                <a:quadBezTo>
                  <a:pt x="133636" y="66756"/>
                  <a:pt x="130608" y="64818"/>
                </a:quadBezTo>
                <a:quadBezTo>
                  <a:pt x="127473" y="63058"/>
                  <a:pt x="126702" y="59547"/>
                </a:quadBezTo>
                <a:quadBezTo>
                  <a:pt x="121667" y="39407"/>
                  <a:pt x="106617" y="28083"/>
                </a:quadBezTo>
                <a:quadBezTo>
                  <a:pt x="92082" y="17145"/>
                  <a:pt x="72153" y="17145"/>
                </a:quadBezTo>
                <a:quadBezTo>
                  <a:pt x="52225" y="17145"/>
                  <a:pt x="37690" y="28083"/>
                </a:quadBezTo>
                <a:quadBezTo>
                  <a:pt x="22640" y="39407"/>
                  <a:pt x="17605" y="59547"/>
                </a:quadBezTo>
                <a:quadBezTo>
                  <a:pt x="16834" y="63058"/>
                  <a:pt x="13699" y="64818"/>
                </a:quadBezTo>
                <a:quadBezTo>
                  <a:pt x="10671" y="66756"/>
                  <a:pt x="7209" y="65784"/>
                </a:quadBezTo>
                <a:quadBezTo>
                  <a:pt x="3698" y="65013"/>
                  <a:pt x="1938" y="61878"/>
                </a:quadBezTo>
                <a:quadBezTo>
                  <a:pt x="0" y="58850"/>
                  <a:pt x="972" y="55388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2952750" y="7572375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59" name="Rectangle"/>
          <p:cNvSpPr/>
          <p:nvPr/>
        </p:nvSpPr>
        <p:spPr>
          <a:xfrm>
            <a:off x="1143000" y="77819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11811000"/>
          </a:xfrm>
          <a:prstGeom prst="rect">
            <a:avLst/>
          </a:prstGeom>
          <a:solidFill>
            <a:srgbClr val="0B09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l="36" r="36"/>
          <a:stretch>
            <a:fillRect/>
          </a:stretch>
        </p:blipFill>
        <p:spPr>
          <a:xfrm>
            <a:off x="0" y="0"/>
            <a:ext cx="3429000" cy="41910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2476500"/>
            <a:ext cx="3429000" cy="1714500"/>
          </a:xfrm>
          <a:prstGeom prst="rect">
            <a:avLst/>
          </a:prstGeom>
          <a:gradFill>
            <a:gsLst>
              <a:gs pos="0">
                <a:srgbClr val="0B0908">
                  <a:alpha val="0"/>
                </a:srgbClr>
              </a:gs>
              <a:gs pos="100000">
                <a:srgbClr val="0B0908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6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48782" y="546438"/>
            <a:ext cx="84255" cy="145373"/>
          </a:xfrm>
          <a:custGeom>
            <a:avLst/>
            <a:gdLst/>
            <a:ahLst/>
            <a:cxnLst/>
            <a:rect l="0" t="0" r="r" b="b"/>
            <a:pathLst>
              <a:path w="84255" h="145373">
                <a:moveTo>
                  <a:pt x="80769" y="19650"/>
                </a:moveTo>
                <a:lnTo>
                  <a:pt x="27732" y="72687"/>
                </a:lnTo>
                <a:lnTo>
                  <a:pt x="80769" y="125723"/>
                </a:lnTo>
                <a:quadBezTo>
                  <a:pt x="84255" y="129014"/>
                  <a:pt x="84117" y="133805"/>
                </a:quadBezTo>
                <a:quadBezTo>
                  <a:pt x="84255" y="138597"/>
                  <a:pt x="80769" y="141888"/>
                </a:quadBezTo>
                <a:quadBezTo>
                  <a:pt x="77478" y="145373"/>
                  <a:pt x="72687" y="145235"/>
                </a:quadBezTo>
                <a:quadBezTo>
                  <a:pt x="67895" y="145373"/>
                  <a:pt x="64604" y="141888"/>
                </a:quadBezTo>
                <a:lnTo>
                  <a:pt x="3486" y="80769"/>
                </a:lnTo>
                <a:quadBezTo>
                  <a:pt x="0" y="77478"/>
                  <a:pt x="138" y="72687"/>
                </a:quadBezTo>
                <a:quadBezTo>
                  <a:pt x="0" y="67895"/>
                  <a:pt x="3486" y="64604"/>
                </a:quadBezTo>
                <a:lnTo>
                  <a:pt x="64604" y="3486"/>
                </a:lnTo>
                <a:quadBezTo>
                  <a:pt x="67895" y="0"/>
                  <a:pt x="72687" y="138"/>
                </a:quadBezTo>
                <a:quadBezTo>
                  <a:pt x="77478" y="0"/>
                  <a:pt x="80769" y="3486"/>
                </a:quadBezTo>
                <a:quadBezTo>
                  <a:pt x="84255" y="6776"/>
                  <a:pt x="84117" y="11568"/>
                </a:quadBezTo>
                <a:quadBezTo>
                  <a:pt x="84255" y="16360"/>
                  <a:pt x="80769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3055144" y="588566"/>
            <a:ext cx="148431" cy="113506"/>
          </a:xfrm>
          <a:custGeom>
            <a:avLst/>
            <a:gdLst/>
            <a:ahLst/>
            <a:cxnLst/>
            <a:rect l="0" t="0" r="r" b="b"/>
            <a:pathLst>
              <a:path w="148431" h="113506">
                <a:moveTo>
                  <a:pt x="0" y="100409"/>
                </a:moveTo>
                <a:cubicBezTo>
                  <a:pt x="5239" y="61992"/>
                  <a:pt x="31432" y="35798"/>
                  <a:pt x="78581" y="31433"/>
                </a:cubicBezTo>
                <a:lnTo>
                  <a:pt x="78581" y="0"/>
                </a:lnTo>
                <a:lnTo>
                  <a:pt x="148431" y="56753"/>
                </a:lnTo>
                <a:lnTo>
                  <a:pt x="78581" y="113506"/>
                </a:lnTo>
                <a:lnTo>
                  <a:pt x="78581" y="82074"/>
                </a:lnTo>
                <a:cubicBezTo>
                  <a:pt x="34925" y="82074"/>
                  <a:pt x="15716" y="88186"/>
                  <a:pt x="0" y="1004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52400" y="3505200"/>
            <a:ext cx="26670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20" name="Rectangle"/>
          <p:cNvSpPr/>
          <p:nvPr/>
        </p:nvSpPr>
        <p:spPr>
          <a:xfrm>
            <a:off x="152400" y="3924300"/>
            <a:ext cx="35242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228600" y="39528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22" name="Rectangle"/>
          <p:cNvSpPr/>
          <p:nvPr/>
        </p:nvSpPr>
        <p:spPr>
          <a:xfrm>
            <a:off x="561975" y="3924300"/>
            <a:ext cx="55245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38175" y="39528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灵魂互换</a:t>
            </a:r>
          </a:p>
        </p:txBody>
      </p:sp>
      <p:sp>
        <p:nvSpPr>
          <p:cNvPr id="24" name="Rectangle"/>
          <p:cNvSpPr/>
          <p:nvPr/>
        </p:nvSpPr>
        <p:spPr>
          <a:xfrm>
            <a:off x="1171575" y="3924300"/>
            <a:ext cx="65722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247775" y="3952875"/>
            <a:ext cx="50006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追妻火葬场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2400" y="4286250"/>
            <a:ext cx="18778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全64集 · 热度 1.03M · 2026 热播中</a:t>
            </a:r>
          </a:p>
        </p:txBody>
      </p:sp>
      <p:sp>
        <p:nvSpPr>
          <p:cNvPr id="27" name="Path"/>
          <p:cNvSpPr/>
          <p:nvPr/>
        </p:nvSpPr>
        <p:spPr>
          <a:xfrm>
            <a:off x="567699" y="4806324"/>
            <a:ext cx="102851" cy="102851"/>
          </a:xfrm>
          <a:custGeom>
            <a:avLst/>
            <a:gdLst/>
            <a:ahLst/>
            <a:cxnLst/>
            <a:rect l="0" t="0" r="r" b="b"/>
            <a:pathLst>
              <a:path w="102851" h="102851">
                <a:moveTo>
                  <a:pt x="63808" y="12532"/>
                </a:moveTo>
                <a:lnTo>
                  <a:pt x="63808" y="39043"/>
                </a:lnTo>
                <a:lnTo>
                  <a:pt x="90319" y="39043"/>
                </a:lnTo>
                <a:quadBezTo>
                  <a:pt x="95510" y="38894"/>
                  <a:pt x="99075" y="42670"/>
                </a:quadBezTo>
                <a:quadBezTo>
                  <a:pt x="102851" y="46235"/>
                  <a:pt x="102702" y="51426"/>
                </a:quadBezTo>
                <a:quadBezTo>
                  <a:pt x="102851" y="56617"/>
                  <a:pt x="99075" y="60181"/>
                </a:quadBezTo>
                <a:quadBezTo>
                  <a:pt x="95510" y="63958"/>
                  <a:pt x="90319" y="63808"/>
                </a:quadBezTo>
                <a:lnTo>
                  <a:pt x="63808" y="63808"/>
                </a:lnTo>
                <a:lnTo>
                  <a:pt x="63808" y="90319"/>
                </a:lnTo>
                <a:quadBezTo>
                  <a:pt x="63958" y="95510"/>
                  <a:pt x="60181" y="99075"/>
                </a:quadBezTo>
                <a:quadBezTo>
                  <a:pt x="56617" y="102851"/>
                  <a:pt x="51426" y="102702"/>
                </a:quadBezTo>
                <a:quadBezTo>
                  <a:pt x="46235" y="102851"/>
                  <a:pt x="42670" y="99075"/>
                </a:quadBezTo>
                <a:quadBezTo>
                  <a:pt x="38894" y="95510"/>
                  <a:pt x="39043" y="90319"/>
                </a:quadBezTo>
                <a:lnTo>
                  <a:pt x="39043" y="63808"/>
                </a:lnTo>
                <a:lnTo>
                  <a:pt x="12532" y="63808"/>
                </a:lnTo>
                <a:quadBezTo>
                  <a:pt x="7341" y="63958"/>
                  <a:pt x="3776" y="60181"/>
                </a:quadBezTo>
                <a:quadBezTo>
                  <a:pt x="0" y="56617"/>
                  <a:pt x="149" y="51426"/>
                </a:quadBezTo>
                <a:quadBezTo>
                  <a:pt x="0" y="46235"/>
                  <a:pt x="3776" y="42670"/>
                </a:quadBezTo>
                <a:quadBezTo>
                  <a:pt x="7341" y="38894"/>
                  <a:pt x="12532" y="39043"/>
                </a:quadBezTo>
                <a:lnTo>
                  <a:pt x="39043" y="39043"/>
                </a:lnTo>
                <a:lnTo>
                  <a:pt x="39043" y="12532"/>
                </a:lnTo>
                <a:quadBezTo>
                  <a:pt x="38894" y="7341"/>
                  <a:pt x="42670" y="3776"/>
                </a:quadBezTo>
                <a:quadBezTo>
                  <a:pt x="46235" y="0"/>
                  <a:pt x="51426" y="149"/>
                </a:quadBezTo>
                <a:quadBezTo>
                  <a:pt x="56617" y="0"/>
                  <a:pt x="60181" y="3776"/>
                </a:quadBezTo>
                <a:quadBezTo>
                  <a:pt x="63958" y="7341"/>
                  <a:pt x="63808" y="12532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742950" y="476250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追剧</a:t>
            </a:r>
          </a:p>
        </p:txBody>
      </p:sp>
      <p:sp>
        <p:nvSpPr>
          <p:cNvPr id="29" name="Rectangle"/>
          <p:cNvSpPr/>
          <p:nvPr/>
        </p:nvSpPr>
        <p:spPr>
          <a:xfrm>
            <a:off x="157163" y="4652963"/>
            <a:ext cx="1247775" cy="4095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2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1661160" y="4795361"/>
            <a:ext cx="144780" cy="133555"/>
          </a:xfrm>
          <a:custGeom>
            <a:avLst/>
            <a:gdLst/>
            <a:ahLst/>
            <a:cxnLst/>
            <a:rect l="0" t="0" r="r" b="b"/>
            <a:pathLst>
              <a:path w="144780" h="133555">
                <a:moveTo>
                  <a:pt x="0" y="43815"/>
                </a:moveTo>
                <a:quadBezTo>
                  <a:pt x="0" y="24832"/>
                  <a:pt x="12860" y="12154"/>
                </a:quadBezTo>
                <a:quadBezTo>
                  <a:pt x="25187" y="0"/>
                  <a:pt x="42386" y="0"/>
                </a:quadBezTo>
                <a:quadBezTo>
                  <a:pt x="53572" y="0"/>
                  <a:pt x="63320" y="5644"/>
                </a:quadBezTo>
                <a:quadBezTo>
                  <a:pt x="68256" y="8502"/>
                  <a:pt x="72390" y="12558"/>
                </a:quadBezTo>
                <a:quadBezTo>
                  <a:pt x="76524" y="8502"/>
                  <a:pt x="81460" y="5644"/>
                </a:quadBezTo>
                <a:quadBezTo>
                  <a:pt x="91208" y="0"/>
                  <a:pt x="102394" y="0"/>
                </a:quadBezTo>
                <a:quadBezTo>
                  <a:pt x="119593" y="0"/>
                  <a:pt x="131920" y="12154"/>
                </a:quadBezTo>
                <a:quadBezTo>
                  <a:pt x="144780" y="24832"/>
                  <a:pt x="144780" y="43815"/>
                </a:quadBezTo>
                <a:quadBezTo>
                  <a:pt x="144780" y="67636"/>
                  <a:pt x="123474" y="91848"/>
                </a:quadBezTo>
                <a:quadBezTo>
                  <a:pt x="107182" y="110361"/>
                  <a:pt x="76881" y="130561"/>
                </a:quadBezTo>
                <a:lnTo>
                  <a:pt x="72390" y="133555"/>
                </a:lnTo>
                <a:lnTo>
                  <a:pt x="67899" y="130561"/>
                </a:lnTo>
                <a:quadBezTo>
                  <a:pt x="37598" y="110361"/>
                  <a:pt x="21306" y="91848"/>
                </a:quadBezTo>
                <a:quadBezTo>
                  <a:pt x="0" y="67636"/>
                  <a:pt x="0" y="43815"/>
                </a:quadBezTo>
                <a:close/>
                <a:moveTo>
                  <a:pt x="16193" y="43815"/>
                </a:moveTo>
                <a:quadBezTo>
                  <a:pt x="16193" y="75392"/>
                  <a:pt x="72390" y="114048"/>
                </a:quadBezTo>
                <a:quadBezTo>
                  <a:pt x="128588" y="75392"/>
                  <a:pt x="128588" y="43815"/>
                </a:quadBezTo>
                <a:quadBezTo>
                  <a:pt x="128588" y="31607"/>
                  <a:pt x="120552" y="23684"/>
                </a:quadBezTo>
                <a:quadBezTo>
                  <a:pt x="112953" y="16193"/>
                  <a:pt x="102394" y="16193"/>
                </a:quadBezTo>
                <a:quadBezTo>
                  <a:pt x="88153" y="16193"/>
                  <a:pt x="79126" y="29732"/>
                </a:quadBezTo>
                <a:lnTo>
                  <a:pt x="72390" y="39837"/>
                </a:lnTo>
                <a:lnTo>
                  <a:pt x="65654" y="29732"/>
                </a:lnTo>
                <a:quadBezTo>
                  <a:pt x="56627" y="16193"/>
                  <a:pt x="42386" y="16193"/>
                </a:quadBezTo>
                <a:quadBezTo>
                  <a:pt x="31827" y="16193"/>
                  <a:pt x="24228" y="23684"/>
                </a:quadBezTo>
                <a:quadBezTo>
                  <a:pt x="16193" y="31607"/>
                  <a:pt x="16193" y="43815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528763" y="4652963"/>
            <a:ext cx="409575" cy="4095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2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2191951" y="4815737"/>
            <a:ext cx="144988" cy="126889"/>
          </a:xfrm>
          <a:custGeom>
            <a:avLst/>
            <a:gdLst/>
            <a:ahLst/>
            <a:cxnLst/>
            <a:rect l="0" t="0" r="r" b="b"/>
            <a:pathLst>
              <a:path w="144988" h="126889">
                <a:moveTo>
                  <a:pt x="24550" y="54505"/>
                </a:moveTo>
                <a:quadBezTo>
                  <a:pt x="40961" y="39598"/>
                  <a:pt x="66903" y="35571"/>
                </a:quadBezTo>
                <a:lnTo>
                  <a:pt x="66903" y="0"/>
                </a:lnTo>
                <a:lnTo>
                  <a:pt x="80104" y="10726"/>
                </a:lnTo>
                <a:lnTo>
                  <a:pt x="144988" y="63444"/>
                </a:lnTo>
                <a:lnTo>
                  <a:pt x="137254" y="69728"/>
                </a:lnTo>
                <a:lnTo>
                  <a:pt x="66903" y="126889"/>
                </a:lnTo>
                <a:lnTo>
                  <a:pt x="66903" y="92359"/>
                </a:lnTo>
                <a:quadBezTo>
                  <a:pt x="47892" y="92854"/>
                  <a:pt x="36243" y="95766"/>
                </a:quadBezTo>
                <a:quadBezTo>
                  <a:pt x="24479" y="98707"/>
                  <a:pt x="15676" y="105554"/>
                </a:quadBezTo>
                <a:lnTo>
                  <a:pt x="0" y="117746"/>
                </a:lnTo>
                <a:lnTo>
                  <a:pt x="2683" y="98069"/>
                </a:lnTo>
                <a:quadBezTo>
                  <a:pt x="6372" y="71016"/>
                  <a:pt x="24550" y="54505"/>
                </a:quadBezTo>
                <a:close/>
                <a:moveTo>
                  <a:pt x="75745" y="50789"/>
                </a:moveTo>
                <a:quadBezTo>
                  <a:pt x="50110" y="53163"/>
                  <a:pt x="35437" y="66491"/>
                </a:quadBezTo>
                <a:quadBezTo>
                  <a:pt x="27893" y="73343"/>
                  <a:pt x="23606" y="82779"/>
                </a:quadBezTo>
                <a:quadBezTo>
                  <a:pt x="27800" y="81186"/>
                  <a:pt x="32316" y="80057"/>
                </a:quadBezTo>
                <a:quadBezTo>
                  <a:pt x="48285" y="76065"/>
                  <a:pt x="74999" y="76065"/>
                </a:quadBezTo>
                <a:lnTo>
                  <a:pt x="83095" y="76065"/>
                </a:lnTo>
                <a:lnTo>
                  <a:pt x="83095" y="92869"/>
                </a:lnTo>
                <a:lnTo>
                  <a:pt x="119310" y="63444"/>
                </a:lnTo>
                <a:lnTo>
                  <a:pt x="83095" y="34020"/>
                </a:lnTo>
                <a:lnTo>
                  <a:pt x="83095" y="42727"/>
                </a:lnTo>
                <a:lnTo>
                  <a:pt x="83095" y="50109"/>
                </a:lnTo>
                <a:lnTo>
                  <a:pt x="75745" y="507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2062163" y="4652963"/>
            <a:ext cx="409575" cy="4095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2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52400" y="5334000"/>
            <a:ext cx="3048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选集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2667000" y="5372100"/>
            <a:ext cx="4395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全64集 ⌄</a:t>
            </a:r>
          </a:p>
        </p:txBody>
      </p:sp>
      <p:sp>
        <p:nvSpPr>
          <p:cNvPr id="36" name="Rectangle"/>
          <p:cNvSpPr/>
          <p:nvPr/>
        </p:nvSpPr>
        <p:spPr>
          <a:xfrm>
            <a:off x="1524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352425" y="5943600"/>
            <a:ext cx="513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38" name="Rectangle"/>
          <p:cNvSpPr/>
          <p:nvPr/>
        </p:nvSpPr>
        <p:spPr>
          <a:xfrm>
            <a:off x="6858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876300" y="5943600"/>
            <a:ext cx="763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0" name="Rectangle"/>
          <p:cNvSpPr/>
          <p:nvPr/>
        </p:nvSpPr>
        <p:spPr>
          <a:xfrm>
            <a:off x="12192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409700" y="5943600"/>
            <a:ext cx="776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2" name="Rectangle"/>
          <p:cNvSpPr/>
          <p:nvPr/>
        </p:nvSpPr>
        <p:spPr>
          <a:xfrm>
            <a:off x="17526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1943100" y="5943600"/>
            <a:ext cx="812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44" name="Rectangle"/>
          <p:cNvSpPr/>
          <p:nvPr/>
        </p:nvSpPr>
        <p:spPr>
          <a:xfrm>
            <a:off x="22860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2476500" y="5943600"/>
            <a:ext cx="746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46" name="Rectangle"/>
          <p:cNvSpPr/>
          <p:nvPr/>
        </p:nvSpPr>
        <p:spPr>
          <a:xfrm>
            <a:off x="2819400" y="58293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009900" y="5943600"/>
            <a:ext cx="779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52400" y="7010400"/>
            <a:ext cx="3048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简介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152400" y="7296150"/>
            <a:ext cx="30670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63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父亲离世，巨额遗产引发暗潮。继母与兄长步步紧逼，一场意外让她与黑帮老大灵魂互换——身份错位的两人被迫携手破局，在阴谋与心动之间越陷越深，最终揭开遗产背后的真相。</a:t>
            </a:r>
          </a:p>
        </p:txBody>
      </p:sp>
      <p:sp>
        <p:nvSpPr>
          <p:cNvPr id="50" name="Rectangle"/>
          <p:cNvSpPr/>
          <p:nvPr/>
        </p:nvSpPr>
        <p:spPr>
          <a:xfrm>
            <a:off x="152400" y="62865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342900" y="6400800"/>
            <a:ext cx="70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52" name="Rectangle"/>
          <p:cNvSpPr/>
          <p:nvPr/>
        </p:nvSpPr>
        <p:spPr>
          <a:xfrm>
            <a:off x="685800" y="62865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876300" y="6400800"/>
            <a:ext cx="779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54" name="Rectangle"/>
          <p:cNvSpPr/>
          <p:nvPr/>
        </p:nvSpPr>
        <p:spPr>
          <a:xfrm>
            <a:off x="1219200" y="62865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1409700" y="6400800"/>
            <a:ext cx="779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56" name="Rectangle"/>
          <p:cNvSpPr/>
          <p:nvPr/>
        </p:nvSpPr>
        <p:spPr>
          <a:xfrm>
            <a:off x="1752600" y="6286500"/>
            <a:ext cx="457200" cy="381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E6474D"/>
              </a:gs>
              <a:gs pos="100000">
                <a:srgbClr val="B3262E"/>
              </a:gs>
            </a:gsLst>
            <a:lin ang="2388334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914525" y="6400800"/>
            <a:ext cx="1368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10</a:t>
            </a:r>
          </a:p>
        </p:txBody>
      </p:sp>
      <p:sp>
        <p:nvSpPr>
          <p:cNvPr id="58" name="Rectangle"/>
          <p:cNvSpPr/>
          <p:nvPr/>
        </p:nvSpPr>
        <p:spPr>
          <a:xfrm>
            <a:off x="2286000" y="62865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2466975" y="6400800"/>
            <a:ext cx="1027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60" name="Rectangle"/>
          <p:cNvSpPr/>
          <p:nvPr/>
        </p:nvSpPr>
        <p:spPr>
          <a:xfrm>
            <a:off x="2819400" y="62865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2981325" y="6400800"/>
            <a:ext cx="1276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152400" y="6819900"/>
            <a:ext cx="1583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第13集起需解锁，开通会员看全集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2686050" y="6791325"/>
            <a:ext cx="5252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解锁全剧 ▸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152400" y="8153400"/>
            <a:ext cx="6096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猜你喜欢</a:t>
            </a:r>
          </a:p>
        </p:txBody>
      </p:sp>
      <p:pic>
        <p:nvPicPr>
          <p:cNvPr id="65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420100"/>
            <a:ext cx="971550" cy="1295400"/>
          </a:xfrm>
          <a:prstGeom prst="rect">
            <a:avLst/>
          </a:prstGeom>
        </p:spPr>
      </p:pic>
      <p:sp>
        <p:nvSpPr>
          <p:cNvPr id="66" name="TextBox"/>
          <p:cNvSpPr txBox="1"/>
          <p:nvPr/>
        </p:nvSpPr>
        <p:spPr>
          <a:xfrm>
            <a:off x="152400" y="9772650"/>
            <a:ext cx="71381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pic>
        <p:nvPicPr>
          <p:cNvPr id="67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8420100"/>
            <a:ext cx="971550" cy="1295400"/>
          </a:xfrm>
          <a:prstGeom prst="rect">
            <a:avLst/>
          </a:prstGeom>
        </p:spPr>
      </p:pic>
      <p:sp>
        <p:nvSpPr>
          <p:cNvPr id="68" name="TextBox"/>
          <p:cNvSpPr txBox="1"/>
          <p:nvPr/>
        </p:nvSpPr>
        <p:spPr>
          <a:xfrm>
            <a:off x="1219200" y="9772650"/>
            <a:ext cx="8374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pic>
        <p:nvPicPr>
          <p:cNvPr id="69" name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8420100"/>
            <a:ext cx="971550" cy="1295400"/>
          </a:xfrm>
          <a:prstGeom prst="rect">
            <a:avLst/>
          </a:prstGeom>
        </p:spPr>
      </p:pic>
      <p:sp>
        <p:nvSpPr>
          <p:cNvPr id="70" name="TextBox"/>
          <p:cNvSpPr txBox="1"/>
          <p:nvPr/>
        </p:nvSpPr>
        <p:spPr>
          <a:xfrm>
            <a:off x="2286000" y="9772650"/>
            <a:ext cx="991721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71" name="Rectangle"/>
          <p:cNvSpPr/>
          <p:nvPr/>
        </p:nvSpPr>
        <p:spPr>
          <a:xfrm>
            <a:off x="0" y="110109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"/>
          <p:cNvSpPr/>
          <p:nvPr/>
        </p:nvSpPr>
        <p:spPr>
          <a:xfrm>
            <a:off x="0" y="11020425"/>
            <a:ext cx="3429000" cy="790575"/>
          </a:xfrm>
          <a:prstGeom prst="rect">
            <a:avLst/>
          </a:prstGeom>
          <a:solidFill>
            <a:srgbClr val="0B09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Path"/>
          <p:cNvSpPr/>
          <p:nvPr/>
        </p:nvSpPr>
        <p:spPr>
          <a:xfrm>
            <a:off x="281510" y="11338968"/>
            <a:ext cx="161123" cy="153754"/>
          </a:xfrm>
          <a:custGeom>
            <a:avLst/>
            <a:gdLst/>
            <a:ahLst/>
            <a:cxnLst/>
            <a:rect l="0" t="0" r="r" b="b"/>
            <a:pathLst>
              <a:path w="161123" h="153754">
                <a:moveTo>
                  <a:pt x="87732" y="15126"/>
                </a:moveTo>
                <a:lnTo>
                  <a:pt x="105120" y="51189"/>
                </a:lnTo>
                <a:lnTo>
                  <a:pt x="161123" y="58533"/>
                </a:lnTo>
                <a:lnTo>
                  <a:pt x="148898" y="70216"/>
                </a:lnTo>
                <a:lnTo>
                  <a:pt x="119909" y="97916"/>
                </a:lnTo>
                <a:lnTo>
                  <a:pt x="129959" y="152737"/>
                </a:lnTo>
                <a:lnTo>
                  <a:pt x="115289" y="145130"/>
                </a:lnTo>
                <a:lnTo>
                  <a:pt x="80506" y="127095"/>
                </a:lnTo>
                <a:lnTo>
                  <a:pt x="30864" y="153754"/>
                </a:lnTo>
                <a:lnTo>
                  <a:pt x="33900" y="137197"/>
                </a:lnTo>
                <a:lnTo>
                  <a:pt x="40981" y="98572"/>
                </a:lnTo>
                <a:lnTo>
                  <a:pt x="0" y="58501"/>
                </a:lnTo>
                <a:lnTo>
                  <a:pt x="16522" y="56335"/>
                </a:lnTo>
                <a:lnTo>
                  <a:pt x="55759" y="51189"/>
                </a:lnTo>
                <a:lnTo>
                  <a:pt x="80440" y="0"/>
                </a:lnTo>
                <a:lnTo>
                  <a:pt x="87732" y="15126"/>
                </a:lnTo>
                <a:close/>
                <a:moveTo>
                  <a:pt x="92435" y="62163"/>
                </a:moveTo>
                <a:lnTo>
                  <a:pt x="80440" y="37284"/>
                </a:lnTo>
                <a:lnTo>
                  <a:pt x="68444" y="62163"/>
                </a:lnTo>
                <a:lnTo>
                  <a:pt x="66544" y="66106"/>
                </a:lnTo>
                <a:lnTo>
                  <a:pt x="35149" y="70223"/>
                </a:lnTo>
                <a:lnTo>
                  <a:pt x="55382" y="90006"/>
                </a:lnTo>
                <a:lnTo>
                  <a:pt x="58462" y="93017"/>
                </a:lnTo>
                <a:lnTo>
                  <a:pt x="52862" y="123560"/>
                </a:lnTo>
                <a:lnTo>
                  <a:pt x="76609" y="110807"/>
                </a:lnTo>
                <a:lnTo>
                  <a:pt x="80373" y="108786"/>
                </a:lnTo>
                <a:lnTo>
                  <a:pt x="108072" y="123148"/>
                </a:lnTo>
                <a:lnTo>
                  <a:pt x="103194" y="96540"/>
                </a:lnTo>
                <a:lnTo>
                  <a:pt x="102407" y="92244"/>
                </a:lnTo>
                <a:lnTo>
                  <a:pt x="125486" y="70191"/>
                </a:lnTo>
                <a:lnTo>
                  <a:pt x="98675" y="66675"/>
                </a:lnTo>
                <a:lnTo>
                  <a:pt x="94336" y="66106"/>
                </a:lnTo>
                <a:lnTo>
                  <a:pt x="92435" y="621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157163" y="11215688"/>
            <a:ext cx="409575" cy="4095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2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685800" y="11191875"/>
            <a:ext cx="25908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7A45"/>
              </a:gs>
              <a:gs pos="100000">
                <a:srgbClr val="F0383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Path"/>
          <p:cNvSpPr/>
          <p:nvPr/>
        </p:nvSpPr>
        <p:spPr>
          <a:xfrm>
            <a:off x="1305719" y="11380470"/>
            <a:ext cx="72231" cy="80010"/>
          </a:xfrm>
          <a:custGeom>
            <a:avLst/>
            <a:gdLst/>
            <a:ahLst/>
            <a:cxnLst/>
            <a:rect l="0" t="0" r="r" b="b"/>
            <a:pathLst>
              <a:path w="72231" h="80010">
                <a:moveTo>
                  <a:pt x="0" y="0"/>
                </a:moveTo>
                <a:lnTo>
                  <a:pt x="0" y="80010"/>
                </a:lnTo>
                <a:lnTo>
                  <a:pt x="72231" y="400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1457325" y="11315700"/>
            <a:ext cx="1233583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立即播放 · 第10集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t="22" b="22"/>
          <a:stretch>
            <a:fillRect/>
          </a:stretch>
        </p:blipFill>
        <p:spPr>
          <a:xfrm>
            <a:off x="0" y="0"/>
            <a:ext cx="3429000" cy="80010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0"/>
            <a:ext cx="3429000" cy="1428750"/>
          </a:xfrm>
          <a:prstGeom prst="rect">
            <a:avLst/>
          </a:prstGeom>
          <a:gradFill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0" y="5334000"/>
            <a:ext cx="3429000" cy="2667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9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7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543050" y="54483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210682" y="546438"/>
            <a:ext cx="84255" cy="145373"/>
          </a:xfrm>
          <a:custGeom>
            <a:avLst/>
            <a:gdLst/>
            <a:ahLst/>
            <a:cxnLst/>
            <a:rect l="0" t="0" r="r" b="b"/>
            <a:pathLst>
              <a:path w="84255" h="145373">
                <a:moveTo>
                  <a:pt x="80769" y="19650"/>
                </a:moveTo>
                <a:lnTo>
                  <a:pt x="27732" y="72687"/>
                </a:lnTo>
                <a:lnTo>
                  <a:pt x="80769" y="125723"/>
                </a:lnTo>
                <a:quadBezTo>
                  <a:pt x="84255" y="129014"/>
                  <a:pt x="84117" y="133805"/>
                </a:quadBezTo>
                <a:quadBezTo>
                  <a:pt x="84255" y="138597"/>
                  <a:pt x="80769" y="141888"/>
                </a:quadBezTo>
                <a:quadBezTo>
                  <a:pt x="77478" y="145373"/>
                  <a:pt x="72687" y="145235"/>
                </a:quadBezTo>
                <a:quadBezTo>
                  <a:pt x="67895" y="145373"/>
                  <a:pt x="64604" y="141888"/>
                </a:quadBezTo>
                <a:lnTo>
                  <a:pt x="3486" y="80769"/>
                </a:lnTo>
                <a:quadBezTo>
                  <a:pt x="0" y="77478"/>
                  <a:pt x="138" y="72687"/>
                </a:quadBezTo>
                <a:quadBezTo>
                  <a:pt x="0" y="67895"/>
                  <a:pt x="3486" y="64604"/>
                </a:quadBezTo>
                <a:lnTo>
                  <a:pt x="64604" y="3486"/>
                </a:lnTo>
                <a:quadBezTo>
                  <a:pt x="67895" y="0"/>
                  <a:pt x="72687" y="138"/>
                </a:quadBezTo>
                <a:quadBezTo>
                  <a:pt x="77478" y="0"/>
                  <a:pt x="80769" y="3486"/>
                </a:quadBezTo>
                <a:quadBezTo>
                  <a:pt x="84255" y="6776"/>
                  <a:pt x="84117" y="11568"/>
                </a:quadBezTo>
                <a:quadBezTo>
                  <a:pt x="84255" y="16360"/>
                  <a:pt x="80769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419100" y="533400"/>
            <a:ext cx="514922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第10集</a:t>
            </a:r>
          </a:p>
        </p:txBody>
      </p:sp>
      <p:sp>
        <p:nvSpPr>
          <p:cNvPr id="21" name="Ellipse"/>
          <p:cNvSpPr/>
          <p:nvPr/>
        </p:nvSpPr>
        <p:spPr>
          <a:xfrm>
            <a:off x="3147219" y="558006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Ellipse"/>
          <p:cNvSpPr/>
          <p:nvPr/>
        </p:nvSpPr>
        <p:spPr>
          <a:xfrm>
            <a:off x="3147219" y="613569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3147219" y="669131"/>
            <a:ext cx="30163" cy="301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2952750" y="1047750"/>
            <a:ext cx="323850" cy="723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C59"/>
              </a:gs>
              <a:gs pos="100000">
                <a:srgbClr val="F79E24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Ellipse"/>
          <p:cNvSpPr/>
          <p:nvPr/>
        </p:nvSpPr>
        <p:spPr>
          <a:xfrm>
            <a:off x="3043238" y="1138238"/>
            <a:ext cx="142875" cy="142875"/>
          </a:xfrm>
          <a:prstGeom prst="ellipse">
            <a:avLst/>
          </a:prstGeom>
          <a:solidFill>
            <a:srgbClr val="FFF3C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Ellipse"/>
          <p:cNvSpPr/>
          <p:nvPr/>
        </p:nvSpPr>
        <p:spPr>
          <a:xfrm>
            <a:off x="3060382" y="1155383"/>
            <a:ext cx="108585" cy="108585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3094672" y="1172527"/>
            <a:ext cx="37148" cy="74295"/>
          </a:xfrm>
          <a:custGeom>
            <a:avLst/>
            <a:gdLst/>
            <a:ahLst/>
            <a:cxnLst/>
            <a:rect l="0" t="0" r="r" b="b"/>
            <a:pathLst>
              <a:path w="37148" h="74295">
                <a:moveTo>
                  <a:pt x="24289" y="0"/>
                </a:moveTo>
                <a:lnTo>
                  <a:pt x="0" y="40005"/>
                </a:lnTo>
                <a:lnTo>
                  <a:pt x="18574" y="40005"/>
                </a:lnTo>
                <a:lnTo>
                  <a:pt x="11430" y="74295"/>
                </a:lnTo>
                <a:lnTo>
                  <a:pt x="37148" y="31433"/>
                </a:lnTo>
                <a:lnTo>
                  <a:pt x="17859" y="31433"/>
                </a:lnTo>
                <a:lnTo>
                  <a:pt x="24289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3062288" y="1333500"/>
            <a:ext cx="10477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975"/>
              </a:lnSpc>
            </a:pPr>
            <a:r>
              <a:rPr lang="zh-CN" sz="825">
                <a:solidFill>
                  <a:srgbClr val="3A2408"/>
                </a:solidFill>
                <a:latin typeface="Noto Sans SC Bold"/>
                <a:ea typeface="Noto Sans SC Bold"/>
                <a:cs typeface="Noto Sans SC Bold"/>
              </a:rPr>
              <a:t>一键领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928688" y="4286250"/>
            <a:ext cx="157162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effectLst>
                  <a:outerShdw blurRad="38100" dist="19050" dir="5400000" algn="ctr" rotWithShape="0">
                    <a:srgbClr val="000000">
                      <a:alpha val="60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这一次，我不会再放手。</a:t>
            </a:r>
          </a:p>
        </p:txBody>
      </p:sp>
      <p:sp>
        <p:nvSpPr>
          <p:cNvPr id="30" name="Path"/>
          <p:cNvSpPr/>
          <p:nvPr/>
        </p:nvSpPr>
        <p:spPr>
          <a:xfrm>
            <a:off x="2971800" y="3581400"/>
            <a:ext cx="209550" cy="200025"/>
          </a:xfrm>
          <a:custGeom>
            <a:avLst/>
            <a:gdLst/>
            <a:ahLst/>
            <a:cxnLst/>
            <a:rect l="0" t="0" r="r" b="b"/>
            <a:pathLst>
              <a:path w="209550" h="200025">
                <a:moveTo>
                  <a:pt x="104775" y="0"/>
                </a:moveTo>
                <a:lnTo>
                  <a:pt x="136922" y="66675"/>
                </a:lnTo>
                <a:lnTo>
                  <a:pt x="209550" y="76200"/>
                </a:lnTo>
                <a:lnTo>
                  <a:pt x="155972" y="127397"/>
                </a:lnTo>
                <a:lnTo>
                  <a:pt x="169069" y="198834"/>
                </a:lnTo>
                <a:lnTo>
                  <a:pt x="104775" y="165497"/>
                </a:lnTo>
                <a:lnTo>
                  <a:pt x="40481" y="200025"/>
                </a:lnTo>
                <a:lnTo>
                  <a:pt x="53578" y="128588"/>
                </a:lnTo>
                <a:lnTo>
                  <a:pt x="0" y="76200"/>
                </a:lnTo>
                <a:lnTo>
                  <a:pt x="72628" y="66675"/>
                </a:lnTo>
                <a:lnTo>
                  <a:pt x="104775" y="0"/>
                </a:lnTo>
                <a:close/>
              </a:path>
            </a:pathLst>
          </a:custGeom>
          <a:solidFill>
            <a:srgbClr val="F5B9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2914650" y="3867150"/>
            <a:ext cx="3079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12.8万</a:t>
            </a:r>
          </a:p>
        </p:txBody>
      </p:sp>
      <p:sp>
        <p:nvSpPr>
          <p:cNvPr id="32" name="Path"/>
          <p:cNvSpPr/>
          <p:nvPr/>
        </p:nvSpPr>
        <p:spPr>
          <a:xfrm>
            <a:off x="2969419" y="4217194"/>
            <a:ext cx="214313" cy="202406"/>
          </a:xfrm>
          <a:custGeom>
            <a:avLst/>
            <a:gdLst/>
            <a:ahLst/>
            <a:cxnLst/>
            <a:rect l="0" t="0" r="r" b="b"/>
            <a:pathLst>
              <a:path w="214313" h="202406">
                <a:moveTo>
                  <a:pt x="107156" y="0"/>
                </a:moveTo>
                <a:cubicBezTo>
                  <a:pt x="166688" y="0"/>
                  <a:pt x="214313" y="40481"/>
                  <a:pt x="214313" y="90488"/>
                </a:cubicBezTo>
                <a:cubicBezTo>
                  <a:pt x="214313" y="140494"/>
                  <a:pt x="166688" y="180975"/>
                  <a:pt x="107156" y="180975"/>
                </a:cubicBezTo>
                <a:cubicBezTo>
                  <a:pt x="95250" y="180975"/>
                  <a:pt x="83344" y="179784"/>
                  <a:pt x="72628" y="176213"/>
                </a:cubicBezTo>
                <a:lnTo>
                  <a:pt x="26194" y="202406"/>
                </a:lnTo>
                <a:lnTo>
                  <a:pt x="38100" y="161925"/>
                </a:lnTo>
                <a:cubicBezTo>
                  <a:pt x="14287" y="146447"/>
                  <a:pt x="0" y="126206"/>
                  <a:pt x="0" y="90488"/>
                </a:cubicBezTo>
                <a:cubicBezTo>
                  <a:pt x="0" y="40481"/>
                  <a:pt x="47625" y="0"/>
                  <a:pt x="1071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Ellipse"/>
          <p:cNvSpPr/>
          <p:nvPr/>
        </p:nvSpPr>
        <p:spPr>
          <a:xfrm>
            <a:off x="3022402" y="4296370"/>
            <a:ext cx="27384" cy="27384"/>
          </a:xfrm>
          <a:prstGeom prst="ellipse">
            <a:avLst/>
          </a:prstGeom>
          <a:solidFill>
            <a:srgbClr val="1A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Ellipse"/>
          <p:cNvSpPr/>
          <p:nvPr/>
        </p:nvSpPr>
        <p:spPr>
          <a:xfrm>
            <a:off x="3065264" y="4296370"/>
            <a:ext cx="27384" cy="27384"/>
          </a:xfrm>
          <a:prstGeom prst="ellipse">
            <a:avLst/>
          </a:prstGeom>
          <a:solidFill>
            <a:srgbClr val="1A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llipse"/>
          <p:cNvSpPr/>
          <p:nvPr/>
        </p:nvSpPr>
        <p:spPr>
          <a:xfrm>
            <a:off x="3108127" y="4296370"/>
            <a:ext cx="27384" cy="27384"/>
          </a:xfrm>
          <a:prstGeom prst="ellipse">
            <a:avLst/>
          </a:prstGeom>
          <a:solidFill>
            <a:srgbClr val="1A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2943225" y="4505325"/>
            <a:ext cx="26608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1,553</a:t>
            </a:r>
          </a:p>
        </p:txBody>
      </p:sp>
      <p:sp>
        <p:nvSpPr>
          <p:cNvPr id="37" name="Path"/>
          <p:cNvSpPr/>
          <p:nvPr/>
        </p:nvSpPr>
        <p:spPr>
          <a:xfrm>
            <a:off x="2969419" y="4872038"/>
            <a:ext cx="214313" cy="192881"/>
          </a:xfrm>
          <a:custGeom>
            <a:avLst/>
            <a:gdLst/>
            <a:ahLst/>
            <a:cxnLst/>
            <a:rect l="0" t="0" r="r" b="b"/>
            <a:pathLst>
              <a:path w="214313" h="192881">
                <a:moveTo>
                  <a:pt x="107156" y="192881"/>
                </a:moveTo>
                <a:cubicBezTo>
                  <a:pt x="50006" y="154781"/>
                  <a:pt x="0" y="109538"/>
                  <a:pt x="0" y="59531"/>
                </a:cubicBezTo>
                <a:cubicBezTo>
                  <a:pt x="0" y="23813"/>
                  <a:pt x="27384" y="0"/>
                  <a:pt x="57150" y="0"/>
                </a:cubicBezTo>
                <a:cubicBezTo>
                  <a:pt x="77391" y="0"/>
                  <a:pt x="95250" y="10716"/>
                  <a:pt x="107156" y="28575"/>
                </a:cubicBezTo>
                <a:cubicBezTo>
                  <a:pt x="119063" y="10716"/>
                  <a:pt x="136922" y="0"/>
                  <a:pt x="157163" y="0"/>
                </a:cubicBezTo>
                <a:cubicBezTo>
                  <a:pt x="186928" y="0"/>
                  <a:pt x="214313" y="23813"/>
                  <a:pt x="214313" y="59531"/>
                </a:cubicBezTo>
                <a:cubicBezTo>
                  <a:pt x="214313" y="109538"/>
                  <a:pt x="164306" y="154781"/>
                  <a:pt x="107156" y="1928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2943225" y="5143500"/>
            <a:ext cx="26306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FFFF"/>
                </a:solidFill>
                <a:latin typeface="Inter"/>
                <a:ea typeface="Inter"/>
                <a:cs typeface="Inter"/>
              </a:rPr>
              <a:t>2.5万</a:t>
            </a:r>
          </a:p>
        </p:txBody>
      </p:sp>
      <p:sp>
        <p:nvSpPr>
          <p:cNvPr id="39" name="Path"/>
          <p:cNvSpPr/>
          <p:nvPr/>
        </p:nvSpPr>
        <p:spPr>
          <a:xfrm>
            <a:off x="2969419" y="5559028"/>
            <a:ext cx="202406" cy="154781"/>
          </a:xfrm>
          <a:custGeom>
            <a:avLst/>
            <a:gdLst/>
            <a:ahLst/>
            <a:cxnLst/>
            <a:rect l="0" t="0" r="r" b="b"/>
            <a:pathLst>
              <a:path w="202406" h="154781">
                <a:moveTo>
                  <a:pt x="0" y="136922"/>
                </a:moveTo>
                <a:cubicBezTo>
                  <a:pt x="7144" y="84534"/>
                  <a:pt x="42863" y="48816"/>
                  <a:pt x="107156" y="42863"/>
                </a:cubicBezTo>
                <a:lnTo>
                  <a:pt x="107156" y="0"/>
                </a:lnTo>
                <a:lnTo>
                  <a:pt x="202406" y="77391"/>
                </a:lnTo>
                <a:lnTo>
                  <a:pt x="107156" y="154781"/>
                </a:lnTo>
                <a:lnTo>
                  <a:pt x="107156" y="111919"/>
                </a:lnTo>
                <a:cubicBezTo>
                  <a:pt x="47625" y="111919"/>
                  <a:pt x="21431" y="120253"/>
                  <a:pt x="0" y="1369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2971800" y="57816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分享</a:t>
            </a:r>
          </a:p>
        </p:txBody>
      </p:sp>
      <p:sp>
        <p:nvSpPr>
          <p:cNvPr id="41" name="Rectangle"/>
          <p:cNvSpPr/>
          <p:nvPr/>
        </p:nvSpPr>
        <p:spPr>
          <a:xfrm>
            <a:off x="152400" y="59436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238125" y="6010275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弹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52400" y="65532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152400" y="6800850"/>
            <a:ext cx="21964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63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第10集 | 父亲离世，巨额遗产引发暗潮… 展开</a:t>
            </a:r>
          </a:p>
        </p:txBody>
      </p:sp>
      <p:sp>
        <p:nvSpPr>
          <p:cNvPr id="45" name="Ellipse"/>
          <p:cNvSpPr/>
          <p:nvPr/>
        </p:nvSpPr>
        <p:spPr>
          <a:xfrm>
            <a:off x="167878" y="7063978"/>
            <a:ext cx="92869" cy="92869"/>
          </a:xfrm>
          <a:prstGeom prst="ellipse">
            <a:avLst/>
          </a:prstGeom>
          <a:noFill/>
          <a:ln w="15240">
            <a:solidFill>
              <a:srgbClr val="FFFFFF">
                <a:alpha val="50196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Path"/>
          <p:cNvSpPr/>
          <p:nvPr/>
        </p:nvSpPr>
        <p:spPr>
          <a:xfrm>
            <a:off x="205637" y="7096577"/>
            <a:ext cx="17352" cy="48308"/>
          </a:xfrm>
          <a:custGeom>
            <a:avLst/>
            <a:gdLst/>
            <a:ahLst/>
            <a:cxnLst/>
            <a:rect l="0" t="0" r="r" b="b"/>
            <a:pathLst>
              <a:path w="17352" h="48308">
                <a:moveTo>
                  <a:pt x="17248" y="8676"/>
                </a:moveTo>
                <a:lnTo>
                  <a:pt x="17248" y="39632"/>
                </a:lnTo>
                <a:quadBezTo>
                  <a:pt x="17352" y="43226"/>
                  <a:pt x="14738" y="45694"/>
                </a:quadBezTo>
                <a:quadBezTo>
                  <a:pt x="12270" y="48308"/>
                  <a:pt x="8676" y="48205"/>
                </a:quadBezTo>
                <a:quadBezTo>
                  <a:pt x="5082" y="48308"/>
                  <a:pt x="2614" y="45694"/>
                </a:quadBezTo>
                <a:quadBezTo>
                  <a:pt x="0" y="43226"/>
                  <a:pt x="103" y="39632"/>
                </a:quadBezTo>
                <a:lnTo>
                  <a:pt x="103" y="8676"/>
                </a:lnTo>
                <a:quadBezTo>
                  <a:pt x="0" y="5082"/>
                  <a:pt x="2614" y="2614"/>
                </a:quadBezTo>
                <a:quadBezTo>
                  <a:pt x="5082" y="0"/>
                  <a:pt x="8676" y="103"/>
                </a:quadBezTo>
                <a:quadBezTo>
                  <a:pt x="12270" y="0"/>
                  <a:pt x="14738" y="2614"/>
                </a:quadBezTo>
                <a:quadBezTo>
                  <a:pt x="17352" y="5082"/>
                  <a:pt x="17248" y="8676"/>
                </a:quad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Ellipse"/>
          <p:cNvSpPr/>
          <p:nvPr/>
        </p:nvSpPr>
        <p:spPr>
          <a:xfrm>
            <a:off x="208637" y="7082036"/>
            <a:ext cx="11351" cy="11351"/>
          </a:xfrm>
          <a:prstGeom prst="ellipse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323850" y="7029450"/>
            <a:ext cx="113504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</a:rPr>
              <a:t>作者声明：内容由 AI 生成</a:t>
            </a:r>
          </a:p>
        </p:txBody>
      </p:sp>
      <p:sp>
        <p:nvSpPr>
          <p:cNvPr id="49" name="Rectangle"/>
          <p:cNvSpPr/>
          <p:nvPr/>
        </p:nvSpPr>
        <p:spPr>
          <a:xfrm>
            <a:off x="152400" y="7353300"/>
            <a:ext cx="3124200" cy="23813"/>
          </a:xfrm>
          <a:prstGeom prst="roundRect">
            <a:avLst>
              <a:gd name="adj" fmla="val 50000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152400" y="7353300"/>
            <a:ext cx="914400" cy="23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1028700" y="7324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152400" y="7543800"/>
            <a:ext cx="28194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304800" y="7648575"/>
            <a:ext cx="1314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选集 · 已完结 · 全64集</a:t>
            </a:r>
          </a:p>
        </p:txBody>
      </p:sp>
      <p:sp>
        <p:nvSpPr>
          <p:cNvPr id="54" name="Path"/>
          <p:cNvSpPr/>
          <p:nvPr/>
        </p:nvSpPr>
        <p:spPr>
          <a:xfrm>
            <a:off x="2732596" y="7704646"/>
            <a:ext cx="97408" cy="59308"/>
          </a:xfrm>
          <a:custGeom>
            <a:avLst/>
            <a:gdLst/>
            <a:ahLst/>
            <a:cxnLst/>
            <a:rect l="0" t="0" r="r" b="b"/>
            <a:pathLst>
              <a:path w="97408" h="59308">
                <a:moveTo>
                  <a:pt x="3195" y="41295"/>
                </a:moveTo>
                <a:lnTo>
                  <a:pt x="41295" y="3195"/>
                </a:lnTo>
                <a:quadBezTo>
                  <a:pt x="44312" y="0"/>
                  <a:pt x="48704" y="126"/>
                </a:quadBezTo>
                <a:quadBezTo>
                  <a:pt x="53096" y="0"/>
                  <a:pt x="56113" y="3195"/>
                </a:quadBezTo>
                <a:lnTo>
                  <a:pt x="94213" y="41295"/>
                </a:lnTo>
                <a:quadBezTo>
                  <a:pt x="97408" y="44312"/>
                  <a:pt x="97281" y="48704"/>
                </a:quadBezTo>
                <a:quadBezTo>
                  <a:pt x="97408" y="53096"/>
                  <a:pt x="94213" y="56113"/>
                </a:quadBezTo>
                <a:quadBezTo>
                  <a:pt x="91196" y="59308"/>
                  <a:pt x="86804" y="59181"/>
                </a:quadBezTo>
                <a:quadBezTo>
                  <a:pt x="82412" y="59308"/>
                  <a:pt x="79395" y="56113"/>
                </a:quadBezTo>
                <a:lnTo>
                  <a:pt x="48704" y="25421"/>
                </a:lnTo>
                <a:lnTo>
                  <a:pt x="18013" y="56113"/>
                </a:lnTo>
                <a:quadBezTo>
                  <a:pt x="14996" y="59308"/>
                  <a:pt x="10604" y="59181"/>
                </a:quadBezTo>
                <a:quadBezTo>
                  <a:pt x="6212" y="59308"/>
                  <a:pt x="3195" y="56113"/>
                </a:quadBezTo>
                <a:quadBezTo>
                  <a:pt x="0" y="53096"/>
                  <a:pt x="126" y="48704"/>
                </a:quadBezTo>
                <a:quadBezTo>
                  <a:pt x="0" y="44312"/>
                  <a:pt x="3195" y="41295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"/>
          <p:cNvSpPr/>
          <p:nvPr/>
        </p:nvSpPr>
        <p:spPr>
          <a:xfrm>
            <a:off x="3100070" y="7643495"/>
            <a:ext cx="181610" cy="181610"/>
          </a:xfrm>
          <a:prstGeom prst="roundRect">
            <a:avLst>
              <a:gd name="adj" fmla="val 26223"/>
            </a:avLst>
          </a:prstGeom>
          <a:noFill/>
          <a:ln w="16193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6" name="Path"/>
          <p:cNvSpPr/>
          <p:nvPr/>
        </p:nvSpPr>
        <p:spPr>
          <a:xfrm>
            <a:off x="3159919" y="7697152"/>
            <a:ext cx="61913" cy="74295"/>
          </a:xfrm>
          <a:custGeom>
            <a:avLst/>
            <a:gdLst/>
            <a:ahLst/>
            <a:cxnLst/>
            <a:rect l="0" t="0" r="r" b="b"/>
            <a:pathLst>
              <a:path w="61913" h="74295">
                <a:moveTo>
                  <a:pt x="0" y="0"/>
                </a:moveTo>
                <a:lnTo>
                  <a:pt x="0" y="74295"/>
                </a:lnTo>
                <a:lnTo>
                  <a:pt x="61913" y="371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0" y="0"/>
            <a:ext cx="3429000" cy="36195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0"/>
            <a:ext cx="3429000" cy="1333500"/>
          </a:xfrm>
          <a:prstGeom prst="rect">
            <a:avLst/>
          </a:prstGeom>
          <a:gradFill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6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10682" y="546438"/>
            <a:ext cx="84255" cy="145373"/>
          </a:xfrm>
          <a:custGeom>
            <a:avLst/>
            <a:gdLst/>
            <a:ahLst/>
            <a:cxnLst/>
            <a:rect l="0" t="0" r="r" b="b"/>
            <a:pathLst>
              <a:path w="84255" h="145373">
                <a:moveTo>
                  <a:pt x="80769" y="19650"/>
                </a:moveTo>
                <a:lnTo>
                  <a:pt x="27732" y="72687"/>
                </a:lnTo>
                <a:lnTo>
                  <a:pt x="80769" y="125723"/>
                </a:lnTo>
                <a:quadBezTo>
                  <a:pt x="84255" y="129014"/>
                  <a:pt x="84117" y="133805"/>
                </a:quadBezTo>
                <a:quadBezTo>
                  <a:pt x="84255" y="138597"/>
                  <a:pt x="80769" y="141888"/>
                </a:quadBezTo>
                <a:quadBezTo>
                  <a:pt x="77478" y="145373"/>
                  <a:pt x="72687" y="145235"/>
                </a:quadBezTo>
                <a:quadBezTo>
                  <a:pt x="67895" y="145373"/>
                  <a:pt x="64604" y="141888"/>
                </a:quadBezTo>
                <a:lnTo>
                  <a:pt x="3486" y="80769"/>
                </a:lnTo>
                <a:quadBezTo>
                  <a:pt x="0" y="77478"/>
                  <a:pt x="138" y="72687"/>
                </a:quadBezTo>
                <a:quadBezTo>
                  <a:pt x="0" y="67895"/>
                  <a:pt x="3486" y="64604"/>
                </a:quadBezTo>
                <a:lnTo>
                  <a:pt x="64604" y="3486"/>
                </a:lnTo>
                <a:quadBezTo>
                  <a:pt x="67895" y="0"/>
                  <a:pt x="72687" y="138"/>
                </a:quadBezTo>
                <a:quadBezTo>
                  <a:pt x="77478" y="0"/>
                  <a:pt x="80769" y="3486"/>
                </a:quadBezTo>
                <a:quadBezTo>
                  <a:pt x="84255" y="6776"/>
                  <a:pt x="84117" y="11568"/>
                </a:quadBezTo>
                <a:quadBezTo>
                  <a:pt x="84255" y="16360"/>
                  <a:pt x="80769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19100" y="533400"/>
            <a:ext cx="514922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第10集</a:t>
            </a:r>
          </a:p>
        </p:txBody>
      </p:sp>
      <p:sp>
        <p:nvSpPr>
          <p:cNvPr id="19" name="Ellipse"/>
          <p:cNvSpPr/>
          <p:nvPr/>
        </p:nvSpPr>
        <p:spPr>
          <a:xfrm>
            <a:off x="3147219" y="558006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3147219" y="613569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3147219" y="669131"/>
            <a:ext cx="30163" cy="301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0" y="3619500"/>
            <a:ext cx="3429000" cy="4381500"/>
          </a:xfrm>
          <a:custGeom>
            <a:avLst/>
            <a:gdLst/>
            <a:ahLst/>
            <a:cxnLst/>
            <a:rect l="0" t="0" r="r" b="b"/>
            <a:pathLst>
              <a:path w="3429000" h="4381500">
                <a:moveTo>
                  <a:pt x="190500" y="0"/>
                </a:moveTo>
                <a:lnTo>
                  <a:pt x="3238500" y="0"/>
                </a:lnTo>
                <a:cubicBezTo>
                  <a:pt x="3343710" y="0"/>
                  <a:pt x="3429000" y="85290"/>
                  <a:pt x="3429000" y="190500"/>
                </a:cubicBezTo>
                <a:lnTo>
                  <a:pt x="3429000" y="4381500"/>
                </a:lnTo>
                <a:cubicBezTo>
                  <a:pt x="3429000" y="4381500"/>
                  <a:pt x="3429000" y="4381500"/>
                  <a:pt x="3429000" y="4381500"/>
                </a:cubicBezTo>
                <a:lnTo>
                  <a:pt x="0" y="4381500"/>
                </a:lnTo>
                <a:cubicBezTo>
                  <a:pt x="0" y="4381500"/>
                  <a:pt x="0" y="4381500"/>
                  <a:pt x="0" y="4381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17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43050" y="37338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924300"/>
            <a:ext cx="419100" cy="571500"/>
          </a:xfrm>
          <a:prstGeom prst="rect">
            <a:avLst/>
          </a:prstGeom>
        </p:spPr>
      </p:pic>
      <p:sp>
        <p:nvSpPr>
          <p:cNvPr id="25" name="TextBox"/>
          <p:cNvSpPr txBox="1"/>
          <p:nvPr/>
        </p:nvSpPr>
        <p:spPr>
          <a:xfrm>
            <a:off x="685800" y="3943350"/>
            <a:ext cx="1866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85800" y="4191000"/>
            <a:ext cx="7452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第1季 · 全64集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52400" y="4705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简介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628650" y="46672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选集</a:t>
            </a:r>
          </a:p>
        </p:txBody>
      </p:sp>
      <p:sp>
        <p:nvSpPr>
          <p:cNvPr id="29" name="Rectangle"/>
          <p:cNvSpPr/>
          <p:nvPr/>
        </p:nvSpPr>
        <p:spPr>
          <a:xfrm>
            <a:off x="628650" y="4914900"/>
            <a:ext cx="171450" cy="23813"/>
          </a:xfrm>
          <a:prstGeom prst="roundRect">
            <a:avLst>
              <a:gd name="adj" fmla="val 50000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04900" y="47053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系列剧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" y="5124450"/>
            <a:ext cx="25969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38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1-20</a:t>
            </a:r>
          </a:p>
        </p:txBody>
      </p:sp>
      <p:sp>
        <p:nvSpPr>
          <p:cNvPr id="32" name="Rectangle"/>
          <p:cNvSpPr/>
          <p:nvPr/>
        </p:nvSpPr>
        <p:spPr>
          <a:xfrm>
            <a:off x="152400" y="5295900"/>
            <a:ext cx="247650" cy="23813"/>
          </a:xfrm>
          <a:prstGeom prst="roundRect">
            <a:avLst>
              <a:gd name="adj" fmla="val 50000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666750" y="5124450"/>
            <a:ext cx="33282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38">
                <a:solidFill>
                  <a:srgbClr val="8C8484"/>
                </a:solidFill>
                <a:latin typeface="Inter"/>
                <a:ea typeface="Inter"/>
                <a:cs typeface="Inter"/>
              </a:rPr>
              <a:t>21-40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238250" y="5124450"/>
            <a:ext cx="3313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38">
                <a:solidFill>
                  <a:srgbClr val="8C8484"/>
                </a:solidFill>
                <a:latin typeface="Inter"/>
                <a:ea typeface="Inter"/>
                <a:cs typeface="Inter"/>
              </a:rPr>
              <a:t>41-60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809750" y="5124450"/>
            <a:ext cx="33259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38">
                <a:solidFill>
                  <a:srgbClr val="8C8484"/>
                </a:solidFill>
                <a:latin typeface="Inter"/>
                <a:ea typeface="Inter"/>
                <a:cs typeface="Inter"/>
              </a:rPr>
              <a:t>61-64</a:t>
            </a:r>
          </a:p>
        </p:txBody>
      </p:sp>
      <p:sp>
        <p:nvSpPr>
          <p:cNvPr id="36" name="Rectangle"/>
          <p:cNvSpPr/>
          <p:nvPr/>
        </p:nvSpPr>
        <p:spPr>
          <a:xfrm>
            <a:off x="1524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352425" y="5543550"/>
            <a:ext cx="513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38" name="Rectangle"/>
          <p:cNvSpPr/>
          <p:nvPr/>
        </p:nvSpPr>
        <p:spPr>
          <a:xfrm>
            <a:off x="6858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876300" y="5543550"/>
            <a:ext cx="763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0" name="Rectangle"/>
          <p:cNvSpPr/>
          <p:nvPr/>
        </p:nvSpPr>
        <p:spPr>
          <a:xfrm>
            <a:off x="12192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409700" y="5543550"/>
            <a:ext cx="776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2" name="Rectangle"/>
          <p:cNvSpPr/>
          <p:nvPr/>
        </p:nvSpPr>
        <p:spPr>
          <a:xfrm>
            <a:off x="17526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1943100" y="5543550"/>
            <a:ext cx="812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44" name="Rectangle"/>
          <p:cNvSpPr/>
          <p:nvPr/>
        </p:nvSpPr>
        <p:spPr>
          <a:xfrm>
            <a:off x="22860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2476500" y="5543550"/>
            <a:ext cx="746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46" name="Rectangle"/>
          <p:cNvSpPr/>
          <p:nvPr/>
        </p:nvSpPr>
        <p:spPr>
          <a:xfrm>
            <a:off x="2819400" y="54292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009900" y="5543550"/>
            <a:ext cx="779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48" name="Rectangle"/>
          <p:cNvSpPr/>
          <p:nvPr/>
        </p:nvSpPr>
        <p:spPr>
          <a:xfrm>
            <a:off x="152400" y="58864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342900" y="6000750"/>
            <a:ext cx="70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50" name="Rectangle"/>
          <p:cNvSpPr/>
          <p:nvPr/>
        </p:nvSpPr>
        <p:spPr>
          <a:xfrm>
            <a:off x="685800" y="58864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876300" y="6000750"/>
            <a:ext cx="779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52" name="Rectangle"/>
          <p:cNvSpPr/>
          <p:nvPr/>
        </p:nvSpPr>
        <p:spPr>
          <a:xfrm>
            <a:off x="1219200" y="58864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1409700" y="6000750"/>
            <a:ext cx="779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54" name="Rectangle"/>
          <p:cNvSpPr/>
          <p:nvPr/>
        </p:nvSpPr>
        <p:spPr>
          <a:xfrm>
            <a:off x="1752600" y="5886450"/>
            <a:ext cx="457200" cy="381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E6474D"/>
              </a:gs>
              <a:gs pos="100000">
                <a:srgbClr val="B3262E"/>
              </a:gs>
            </a:gsLst>
            <a:lin ang="2388334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1914525" y="6000750"/>
            <a:ext cx="1368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10</a:t>
            </a:r>
          </a:p>
        </p:txBody>
      </p:sp>
      <p:sp>
        <p:nvSpPr>
          <p:cNvPr id="56" name="Rectangle"/>
          <p:cNvSpPr/>
          <p:nvPr/>
        </p:nvSpPr>
        <p:spPr>
          <a:xfrm>
            <a:off x="2286000" y="58864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2466975" y="6000750"/>
            <a:ext cx="1027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58" name="Rectangle"/>
          <p:cNvSpPr/>
          <p:nvPr/>
        </p:nvSpPr>
        <p:spPr>
          <a:xfrm>
            <a:off x="2819400" y="58864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217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2981325" y="6000750"/>
            <a:ext cx="1276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2E2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60" name="Rectangle"/>
          <p:cNvSpPr/>
          <p:nvPr/>
        </p:nvSpPr>
        <p:spPr>
          <a:xfrm>
            <a:off x="762000" y="6667500"/>
            <a:ext cx="19050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8A3D"/>
              </a:gs>
              <a:gs pos="100000">
                <a:srgbClr val="FF5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ath"/>
          <p:cNvSpPr/>
          <p:nvPr/>
        </p:nvSpPr>
        <p:spPr>
          <a:xfrm>
            <a:off x="1487170" y="6821170"/>
            <a:ext cx="111760" cy="106680"/>
          </a:xfrm>
          <a:custGeom>
            <a:avLst/>
            <a:gdLst/>
            <a:ahLst/>
            <a:cxnLst/>
            <a:rect l="0" t="0" r="r" b="b"/>
            <a:pathLst>
              <a:path w="111760" h="106680">
                <a:moveTo>
                  <a:pt x="55880" y="0"/>
                </a:moveTo>
                <a:lnTo>
                  <a:pt x="73025" y="35560"/>
                </a:lnTo>
                <a:lnTo>
                  <a:pt x="111760" y="40640"/>
                </a:lnTo>
                <a:lnTo>
                  <a:pt x="83185" y="67945"/>
                </a:lnTo>
                <a:lnTo>
                  <a:pt x="90170" y="106045"/>
                </a:lnTo>
                <a:lnTo>
                  <a:pt x="55880" y="88265"/>
                </a:lnTo>
                <a:lnTo>
                  <a:pt x="21590" y="106680"/>
                </a:lnTo>
                <a:lnTo>
                  <a:pt x="28575" y="68580"/>
                </a:lnTo>
                <a:lnTo>
                  <a:pt x="0" y="40640"/>
                </a:lnTo>
                <a:lnTo>
                  <a:pt x="38735" y="35560"/>
                </a:lnTo>
                <a:lnTo>
                  <a:pt x="558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1676400" y="677227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收藏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0" y="0"/>
            <a:ext cx="3429000" cy="36195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0"/>
            <a:ext cx="3429000" cy="1333500"/>
          </a:xfrm>
          <a:prstGeom prst="rect">
            <a:avLst/>
          </a:prstGeom>
          <a:gradFill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6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4614" y="19701"/>
                </a:moveTo>
                <a:quadBezTo>
                  <a:pt x="29848" y="0"/>
                  <a:pt x="61861" y="0"/>
                </a:quadBezTo>
                <a:quadBezTo>
                  <a:pt x="93875" y="0"/>
                  <a:pt x="119109" y="19701"/>
                </a:quadBezTo>
                <a:quadBezTo>
                  <a:pt x="122649" y="22304"/>
                  <a:pt x="123060" y="26679"/>
                </a:quadBezTo>
                <a:quadBezTo>
                  <a:pt x="123722" y="31023"/>
                  <a:pt x="120920" y="34407"/>
                </a:quadBezTo>
                <a:quadBezTo>
                  <a:pt x="118317" y="37947"/>
                  <a:pt x="113942" y="38358"/>
                </a:quadBezTo>
                <a:quadBezTo>
                  <a:pt x="109598" y="39021"/>
                  <a:pt x="106214" y="36218"/>
                </a:quadBezTo>
                <a:quadBezTo>
                  <a:pt x="86664" y="20955"/>
                  <a:pt x="61861" y="20955"/>
                </a:quadBezTo>
                <a:quadBezTo>
                  <a:pt x="37059" y="20955"/>
                  <a:pt x="17509" y="36218"/>
                </a:quadBezTo>
                <a:quadBezTo>
                  <a:pt x="14125" y="39021"/>
                  <a:pt x="9781" y="38358"/>
                </a:quadBezTo>
                <a:quadBezTo>
                  <a:pt x="5406" y="37947"/>
                  <a:pt x="2803" y="34407"/>
                </a:quadBezTo>
                <a:quadBezTo>
                  <a:pt x="0" y="31023"/>
                  <a:pt x="662" y="26679"/>
                </a:quadBezTo>
                <a:quadBezTo>
                  <a:pt x="1074" y="22304"/>
                  <a:pt x="4614" y="1970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996" y="12330"/>
                </a:moveTo>
                <a:quadBezTo>
                  <a:pt x="21947" y="0"/>
                  <a:pt x="42909" y="0"/>
                </a:quadBezTo>
                <a:quadBezTo>
                  <a:pt x="63871" y="0"/>
                  <a:pt x="80822" y="12330"/>
                </a:quadBezTo>
                <a:quadBezTo>
                  <a:pt x="84449" y="14812"/>
                  <a:pt x="85008" y="19170"/>
                </a:quadBezTo>
                <a:quadBezTo>
                  <a:pt x="85818" y="23489"/>
                  <a:pt x="83132" y="26967"/>
                </a:quadBezTo>
                <a:quadBezTo>
                  <a:pt x="80651" y="30593"/>
                  <a:pt x="76292" y="31153"/>
                </a:quadBezTo>
                <a:quadBezTo>
                  <a:pt x="71973" y="31962"/>
                  <a:pt x="68496" y="29277"/>
                </a:quadBezTo>
                <a:quadBezTo>
                  <a:pt x="57056" y="20955"/>
                  <a:pt x="42909" y="20955"/>
                </a:quadBezTo>
                <a:quadBezTo>
                  <a:pt x="28762" y="20955"/>
                  <a:pt x="17322" y="29277"/>
                </a:quadBezTo>
                <a:quadBezTo>
                  <a:pt x="13845" y="31962"/>
                  <a:pt x="9526" y="31153"/>
                </a:quadBezTo>
                <a:quadBezTo>
                  <a:pt x="5167" y="30593"/>
                  <a:pt x="2686" y="26967"/>
                </a:quadBezTo>
                <a:quadBezTo>
                  <a:pt x="0" y="23489"/>
                  <a:pt x="810" y="19170"/>
                </a:quadBezTo>
                <a:quadBezTo>
                  <a:pt x="1369" y="14812"/>
                  <a:pt x="4996" y="123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6141" y="4807"/>
                </a:moveTo>
                <a:quadBezTo>
                  <a:pt x="14466" y="0"/>
                  <a:pt x="24079" y="0"/>
                </a:quadBezTo>
                <a:quadBezTo>
                  <a:pt x="33693" y="0"/>
                  <a:pt x="42018" y="4807"/>
                </a:quadBezTo>
                <a:quadBezTo>
                  <a:pt x="45885" y="6893"/>
                  <a:pt x="46900" y="11169"/>
                </a:quadBezTo>
                <a:quadBezTo>
                  <a:pt x="48159" y="15379"/>
                  <a:pt x="45853" y="19119"/>
                </a:quadBezTo>
                <a:quadBezTo>
                  <a:pt x="43767" y="22986"/>
                  <a:pt x="39491" y="24001"/>
                </a:quadBezTo>
                <a:quadBezTo>
                  <a:pt x="35281" y="25260"/>
                  <a:pt x="31541" y="22954"/>
                </a:quadBezTo>
                <a:quadBezTo>
                  <a:pt x="28078" y="20955"/>
                  <a:pt x="24079" y="20955"/>
                </a:quadBezTo>
                <a:quadBezTo>
                  <a:pt x="20081" y="20955"/>
                  <a:pt x="16618" y="22954"/>
                </a:quadBezTo>
                <a:quadBezTo>
                  <a:pt x="12878" y="25260"/>
                  <a:pt x="8668" y="24001"/>
                </a:quadBezTo>
                <a:quadBezTo>
                  <a:pt x="4392" y="22986"/>
                  <a:pt x="2306" y="19119"/>
                </a:quadBezTo>
                <a:quadBezTo>
                  <a:pt x="0" y="15379"/>
                  <a:pt x="1259" y="11169"/>
                </a:quadBezTo>
                <a:quadBezTo>
                  <a:pt x="2274" y="6893"/>
                  <a:pt x="6141" y="480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10682" y="546438"/>
            <a:ext cx="84255" cy="145373"/>
          </a:xfrm>
          <a:custGeom>
            <a:avLst/>
            <a:gdLst/>
            <a:ahLst/>
            <a:cxnLst/>
            <a:rect l="0" t="0" r="r" b="b"/>
            <a:pathLst>
              <a:path w="84255" h="145373">
                <a:moveTo>
                  <a:pt x="80769" y="19650"/>
                </a:moveTo>
                <a:lnTo>
                  <a:pt x="27732" y="72687"/>
                </a:lnTo>
                <a:lnTo>
                  <a:pt x="80769" y="125723"/>
                </a:lnTo>
                <a:quadBezTo>
                  <a:pt x="84255" y="129014"/>
                  <a:pt x="84117" y="133805"/>
                </a:quadBezTo>
                <a:quadBezTo>
                  <a:pt x="84255" y="138597"/>
                  <a:pt x="80769" y="141888"/>
                </a:quadBezTo>
                <a:quadBezTo>
                  <a:pt x="77478" y="145373"/>
                  <a:pt x="72687" y="145235"/>
                </a:quadBezTo>
                <a:quadBezTo>
                  <a:pt x="67895" y="145373"/>
                  <a:pt x="64604" y="141888"/>
                </a:quadBezTo>
                <a:lnTo>
                  <a:pt x="3486" y="80769"/>
                </a:lnTo>
                <a:quadBezTo>
                  <a:pt x="0" y="77478"/>
                  <a:pt x="138" y="72687"/>
                </a:quadBezTo>
                <a:quadBezTo>
                  <a:pt x="0" y="67895"/>
                  <a:pt x="3486" y="64604"/>
                </a:quadBezTo>
                <a:lnTo>
                  <a:pt x="64604" y="3486"/>
                </a:lnTo>
                <a:quadBezTo>
                  <a:pt x="67895" y="0"/>
                  <a:pt x="72687" y="138"/>
                </a:quadBezTo>
                <a:quadBezTo>
                  <a:pt x="77478" y="0"/>
                  <a:pt x="80769" y="3486"/>
                </a:quadBezTo>
                <a:quadBezTo>
                  <a:pt x="84255" y="6776"/>
                  <a:pt x="84117" y="11568"/>
                </a:quadBezTo>
                <a:quadBezTo>
                  <a:pt x="84255" y="16360"/>
                  <a:pt x="80769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19100" y="533400"/>
            <a:ext cx="514922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第10集</a:t>
            </a:r>
          </a:p>
        </p:txBody>
      </p:sp>
      <p:sp>
        <p:nvSpPr>
          <p:cNvPr id="19" name="Ellipse"/>
          <p:cNvSpPr/>
          <p:nvPr/>
        </p:nvSpPr>
        <p:spPr>
          <a:xfrm>
            <a:off x="3147219" y="558006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3147219" y="613569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3147219" y="669131"/>
            <a:ext cx="30163" cy="301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0" y="3619500"/>
            <a:ext cx="3429000" cy="4381500"/>
          </a:xfrm>
          <a:custGeom>
            <a:avLst/>
            <a:gdLst/>
            <a:ahLst/>
            <a:cxnLst/>
            <a:rect l="0" t="0" r="r" b="b"/>
            <a:pathLst>
              <a:path w="3429000" h="4381500">
                <a:moveTo>
                  <a:pt x="190500" y="0"/>
                </a:moveTo>
                <a:lnTo>
                  <a:pt x="3238500" y="0"/>
                </a:lnTo>
                <a:cubicBezTo>
                  <a:pt x="3343710" y="0"/>
                  <a:pt x="3429000" y="85290"/>
                  <a:pt x="3429000" y="190500"/>
                </a:cubicBezTo>
                <a:lnTo>
                  <a:pt x="3429000" y="4381500"/>
                </a:lnTo>
                <a:cubicBezTo>
                  <a:pt x="3429000" y="4381500"/>
                  <a:pt x="3429000" y="4381500"/>
                  <a:pt x="3429000" y="4381500"/>
                </a:cubicBezTo>
                <a:lnTo>
                  <a:pt x="0" y="4381500"/>
                </a:lnTo>
                <a:cubicBezTo>
                  <a:pt x="0" y="4381500"/>
                  <a:pt x="0" y="4381500"/>
                  <a:pt x="0" y="4381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17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43050" y="37338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Ellipse"/>
          <p:cNvSpPr/>
          <p:nvPr/>
        </p:nvSpPr>
        <p:spPr>
          <a:xfrm>
            <a:off x="176213" y="4005263"/>
            <a:ext cx="142875" cy="142875"/>
          </a:xfrm>
          <a:prstGeom prst="ellipse">
            <a:avLst/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Path"/>
          <p:cNvSpPr/>
          <p:nvPr/>
        </p:nvSpPr>
        <p:spPr>
          <a:xfrm>
            <a:off x="239456" y="4028819"/>
            <a:ext cx="42341" cy="72504"/>
          </a:xfrm>
          <a:custGeom>
            <a:avLst/>
            <a:gdLst/>
            <a:ahLst/>
            <a:cxnLst/>
            <a:rect l="0" t="0" r="r" b="b"/>
            <a:pathLst>
              <a:path w="42341" h="72504">
                <a:moveTo>
                  <a:pt x="16290" y="8194"/>
                </a:moveTo>
                <a:lnTo>
                  <a:pt x="16290" y="43394"/>
                </a:lnTo>
                <a:lnTo>
                  <a:pt x="37885" y="56891"/>
                </a:lnTo>
                <a:quadBezTo>
                  <a:pt x="40815" y="58607"/>
                  <a:pt x="41483" y="61936"/>
                </a:quadBezTo>
                <a:quadBezTo>
                  <a:pt x="42341" y="65221"/>
                  <a:pt x="40460" y="68047"/>
                </a:quadBezTo>
                <a:quadBezTo>
                  <a:pt x="38744" y="70977"/>
                  <a:pt x="35414" y="71645"/>
                </a:quadBezTo>
                <a:quadBezTo>
                  <a:pt x="32129" y="72504"/>
                  <a:pt x="29303" y="70622"/>
                </a:quadBezTo>
                <a:lnTo>
                  <a:pt x="98" y="52369"/>
                </a:lnTo>
                <a:lnTo>
                  <a:pt x="98" y="47881"/>
                </a:lnTo>
                <a:lnTo>
                  <a:pt x="98" y="8194"/>
                </a:ln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quadBezTo>
                  <a:pt x="11588" y="0"/>
                  <a:pt x="13919" y="2469"/>
                </a:quadBezTo>
                <a:quadBezTo>
                  <a:pt x="16388" y="4800"/>
                  <a:pt x="16290" y="8194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438150" y="39814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倍速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2152650" y="3990975"/>
            <a:ext cx="11111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8C8484"/>
                </a:solidFill>
                <a:latin typeface="Inter"/>
                <a:ea typeface="Inter"/>
                <a:cs typeface="Inter"/>
              </a:rPr>
              <a:t>1x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2362200" y="3990975"/>
            <a:ext cx="2968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1.25x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762250" y="3990975"/>
            <a:ext cx="21336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8C8484"/>
                </a:solidFill>
                <a:latin typeface="Inter"/>
                <a:ea typeface="Inter"/>
                <a:cs typeface="Inter"/>
              </a:rPr>
              <a:t>1.5x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3086100" y="3990975"/>
            <a:ext cx="13411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8C8484"/>
                </a:solidFill>
                <a:latin typeface="Inter"/>
                <a:ea typeface="Inter"/>
                <a:cs typeface="Inter"/>
              </a:rPr>
              <a:t>2x</a:t>
            </a:r>
          </a:p>
        </p:txBody>
      </p:sp>
      <p:sp>
        <p:nvSpPr>
          <p:cNvPr id="31" name="Rectangle"/>
          <p:cNvSpPr/>
          <p:nvPr/>
        </p:nvSpPr>
        <p:spPr>
          <a:xfrm>
            <a:off x="172244" y="4402137"/>
            <a:ext cx="150812" cy="111125"/>
          </a:xfrm>
          <a:prstGeom prst="roundRect">
            <a:avLst>
              <a:gd name="adj" fmla="val 25714"/>
            </a:avLst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204701" y="4434595"/>
            <a:ext cx="83516" cy="46210"/>
          </a:xfrm>
          <a:custGeom>
            <a:avLst/>
            <a:gdLst/>
            <a:ahLst/>
            <a:cxnLst/>
            <a:rect l="0" t="0" r="r" b="b"/>
            <a:pathLst>
              <a:path w="83516" h="46210">
                <a:moveTo>
                  <a:pt x="14374" y="7230"/>
                </a:moveTo>
                <a:lnTo>
                  <a:pt x="14374" y="15961"/>
                </a:lnTo>
                <a:lnTo>
                  <a:pt x="25486" y="15961"/>
                </a:lnTo>
                <a:lnTo>
                  <a:pt x="25486" y="7230"/>
                </a:lnTo>
                <a:quadBezTo>
                  <a:pt x="25400" y="4235"/>
                  <a:pt x="27579" y="2179"/>
                </a:quadBezTo>
                <a:quadBezTo>
                  <a:pt x="29635" y="0"/>
                  <a:pt x="32630" y="86"/>
                </a:quadBezTo>
                <a:quadBezTo>
                  <a:pt x="35625" y="0"/>
                  <a:pt x="37681" y="2179"/>
                </a:quadBezTo>
                <a:quadBezTo>
                  <a:pt x="39860" y="4235"/>
                  <a:pt x="39774" y="7230"/>
                </a:quadBezTo>
                <a:lnTo>
                  <a:pt x="39774" y="22654"/>
                </a:lnTo>
                <a:quadBezTo>
                  <a:pt x="39780" y="22877"/>
                  <a:pt x="39774" y="23105"/>
                </a:quadBezTo>
                <a:quadBezTo>
                  <a:pt x="39780" y="23333"/>
                  <a:pt x="39774" y="23555"/>
                </a:quadBezTo>
                <a:lnTo>
                  <a:pt x="39774" y="38980"/>
                </a:lnTo>
                <a:quadBezTo>
                  <a:pt x="39860" y="41975"/>
                  <a:pt x="37681" y="44031"/>
                </a:quadBezTo>
                <a:quadBezTo>
                  <a:pt x="35625" y="46210"/>
                  <a:pt x="32630" y="46124"/>
                </a:quadBezTo>
                <a:quadBezTo>
                  <a:pt x="29635" y="46210"/>
                  <a:pt x="27579" y="44031"/>
                </a:quadBezTo>
                <a:quadBezTo>
                  <a:pt x="25400" y="41975"/>
                  <a:pt x="25486" y="38980"/>
                </a:quadBezTo>
                <a:lnTo>
                  <a:pt x="25486" y="30249"/>
                </a:lnTo>
                <a:lnTo>
                  <a:pt x="14374" y="30249"/>
                </a:lnTo>
                <a:lnTo>
                  <a:pt x="14374" y="38980"/>
                </a:lnTo>
                <a:quadBezTo>
                  <a:pt x="14460" y="41975"/>
                  <a:pt x="12281" y="44031"/>
                </a:quadBezTo>
                <a:quadBezTo>
                  <a:pt x="10225" y="46210"/>
                  <a:pt x="7230" y="46124"/>
                </a:quadBezTo>
                <a:quadBezTo>
                  <a:pt x="4235" y="46210"/>
                  <a:pt x="2179" y="44031"/>
                </a:quadBezTo>
                <a:quadBezTo>
                  <a:pt x="0" y="41975"/>
                  <a:pt x="86" y="38980"/>
                </a:quadBezTo>
                <a:lnTo>
                  <a:pt x="86" y="23555"/>
                </a:lnTo>
                <a:quadBezTo>
                  <a:pt x="80" y="23333"/>
                  <a:pt x="86" y="23105"/>
                </a:quadBezTo>
                <a:quadBezTo>
                  <a:pt x="80" y="22877"/>
                  <a:pt x="86" y="22654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quadBezTo>
                  <a:pt x="14460" y="4235"/>
                  <a:pt x="14374" y="7230"/>
                </a:quadBezTo>
                <a:close/>
                <a:moveTo>
                  <a:pt x="64380" y="31836"/>
                </a:moveTo>
                <a:lnTo>
                  <a:pt x="76286" y="31836"/>
                </a:lnTo>
                <a:quadBezTo>
                  <a:pt x="79281" y="31750"/>
                  <a:pt x="81338" y="33929"/>
                </a:quadBezTo>
                <a:quadBezTo>
                  <a:pt x="83516" y="35985"/>
                  <a:pt x="83430" y="38980"/>
                </a:quadBezTo>
                <a:quadBezTo>
                  <a:pt x="83516" y="41975"/>
                  <a:pt x="81338" y="44031"/>
                </a:quadBezTo>
                <a:quadBezTo>
                  <a:pt x="79281" y="46210"/>
                  <a:pt x="76286" y="46124"/>
                </a:quadBezTo>
                <a:lnTo>
                  <a:pt x="50092" y="46124"/>
                </a:lnTo>
                <a:lnTo>
                  <a:pt x="50092" y="7230"/>
                </a:lnTo>
                <a:quadBezTo>
                  <a:pt x="50006" y="4235"/>
                  <a:pt x="52185" y="2179"/>
                </a:quadBezTo>
                <a:quadBezTo>
                  <a:pt x="54241" y="0"/>
                  <a:pt x="57236" y="86"/>
                </a:quadBezTo>
                <a:quadBezTo>
                  <a:pt x="60231" y="0"/>
                  <a:pt x="62288" y="2179"/>
                </a:quadBezTo>
                <a:quadBezTo>
                  <a:pt x="64466" y="4235"/>
                  <a:pt x="64380" y="7230"/>
                </a:quadBezTo>
                <a:lnTo>
                  <a:pt x="64380" y="31836"/>
                </a:ln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438150" y="43624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清晰度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2057400" y="4371975"/>
            <a:ext cx="29077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8C8484"/>
                </a:solidFill>
                <a:latin typeface="Inter"/>
                <a:ea typeface="Inter"/>
                <a:cs typeface="Inter"/>
              </a:rPr>
              <a:t>360P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2476500" y="4371975"/>
            <a:ext cx="28284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8C8484"/>
                </a:solidFill>
                <a:latin typeface="Inter"/>
                <a:ea typeface="Inter"/>
                <a:cs typeface="Inter"/>
              </a:rPr>
              <a:t>720P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2895600" y="4371975"/>
            <a:ext cx="3518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1080P</a:t>
            </a:r>
          </a:p>
        </p:txBody>
      </p:sp>
      <p:sp>
        <p:nvSpPr>
          <p:cNvPr id="37" name="Path"/>
          <p:cNvSpPr/>
          <p:nvPr/>
        </p:nvSpPr>
        <p:spPr>
          <a:xfrm>
            <a:off x="168592" y="4770755"/>
            <a:ext cx="158115" cy="145366"/>
          </a:xfrm>
          <a:custGeom>
            <a:avLst/>
            <a:gdLst/>
            <a:ahLst/>
            <a:cxnLst/>
            <a:rect l="0" t="0" r="r" b="b"/>
            <a:pathLst>
              <a:path w="158115" h="145366">
                <a:moveTo>
                  <a:pt x="0" y="47307"/>
                </a:moveTo>
                <a:quadBezTo>
                  <a:pt x="0" y="26791"/>
                  <a:pt x="13879" y="13108"/>
                </a:quadBezTo>
                <a:quadBezTo>
                  <a:pt x="27174" y="0"/>
                  <a:pt x="45720" y="0"/>
                </a:quadBezTo>
                <a:quadBezTo>
                  <a:pt x="57779" y="0"/>
                  <a:pt x="68290" y="6086"/>
                </a:quadBezTo>
                <a:quadBezTo>
                  <a:pt x="74204" y="9510"/>
                  <a:pt x="79057" y="14531"/>
                </a:quadBezTo>
                <a:quadBezTo>
                  <a:pt x="83911" y="9510"/>
                  <a:pt x="89825" y="6086"/>
                </a:quadBezTo>
                <a:quadBezTo>
                  <a:pt x="100336" y="0"/>
                  <a:pt x="112395" y="0"/>
                </a:quadBezTo>
                <a:quadBezTo>
                  <a:pt x="130941" y="0"/>
                  <a:pt x="144236" y="13108"/>
                </a:quadBezTo>
                <a:quadBezTo>
                  <a:pt x="158115" y="26791"/>
                  <a:pt x="158115" y="47307"/>
                </a:quadBezTo>
                <a:quadBezTo>
                  <a:pt x="158115" y="73256"/>
                  <a:pt x="134784" y="99768"/>
                </a:quadBezTo>
                <a:quadBezTo>
                  <a:pt x="116801" y="120203"/>
                  <a:pt x="83284" y="142548"/>
                </a:quadBezTo>
                <a:lnTo>
                  <a:pt x="79058" y="145366"/>
                </a:lnTo>
                <a:lnTo>
                  <a:pt x="74831" y="142548"/>
                </a:lnTo>
                <a:quadBezTo>
                  <a:pt x="41314" y="120203"/>
                  <a:pt x="23331" y="99768"/>
                </a:quadBezTo>
                <a:quadBezTo>
                  <a:pt x="0" y="73256"/>
                  <a:pt x="0" y="47307"/>
                </a:quadBezTo>
                <a:close/>
                <a:moveTo>
                  <a:pt x="15240" y="47307"/>
                </a:moveTo>
                <a:quadBezTo>
                  <a:pt x="15240" y="83331"/>
                  <a:pt x="79057" y="127012"/>
                </a:quadBezTo>
                <a:quadBezTo>
                  <a:pt x="142875" y="83331"/>
                  <a:pt x="142875" y="47307"/>
                </a:quadBezTo>
                <a:quadBezTo>
                  <a:pt x="142875" y="33167"/>
                  <a:pt x="133537" y="23960"/>
                </a:quadBezTo>
                <a:quadBezTo>
                  <a:pt x="124692" y="15240"/>
                  <a:pt x="112395" y="15240"/>
                </a:quadBezTo>
                <a:quadBezTo>
                  <a:pt x="95836" y="15240"/>
                  <a:pt x="85398" y="30897"/>
                </a:quadBezTo>
                <a:lnTo>
                  <a:pt x="79058" y="40407"/>
                </a:lnTo>
                <a:lnTo>
                  <a:pt x="72717" y="30897"/>
                </a:lnTo>
                <a:quadBezTo>
                  <a:pt x="62279" y="15240"/>
                  <a:pt x="45720" y="15240"/>
                </a:quadBezTo>
                <a:quadBezTo>
                  <a:pt x="33423" y="15240"/>
                  <a:pt x="24578" y="23960"/>
                </a:quadBezTo>
                <a:quadBezTo>
                  <a:pt x="15240" y="33167"/>
                  <a:pt x="15240" y="47307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180407" y="4771457"/>
            <a:ext cx="134486" cy="134486"/>
          </a:xfrm>
          <a:custGeom>
            <a:avLst/>
            <a:gdLst/>
            <a:ahLst/>
            <a:cxnLst/>
            <a:rect l="0" t="0" r="r" b="b"/>
            <a:pathLst>
              <a:path w="134486" h="134486">
                <a:moveTo>
                  <a:pt x="2324" y="121386"/>
                </a:moveTo>
                <a:lnTo>
                  <a:pt x="121386" y="2324"/>
                </a:lnTo>
                <a:quadBezTo>
                  <a:pt x="123580" y="0"/>
                  <a:pt x="126774" y="92"/>
                </a:quadBezTo>
                <a:quadBezTo>
                  <a:pt x="129969" y="0"/>
                  <a:pt x="132163" y="2324"/>
                </a:quadBezTo>
                <a:quadBezTo>
                  <a:pt x="134486" y="4518"/>
                  <a:pt x="134394" y="7712"/>
                </a:quadBezTo>
                <a:quadBezTo>
                  <a:pt x="134486" y="10906"/>
                  <a:pt x="132163" y="13100"/>
                </a:quadBezTo>
                <a:lnTo>
                  <a:pt x="13100" y="132163"/>
                </a:lnTo>
                <a:quadBezTo>
                  <a:pt x="10906" y="134486"/>
                  <a:pt x="7712" y="134394"/>
                </a:quadBezTo>
                <a:quadBezTo>
                  <a:pt x="4518" y="134486"/>
                  <a:pt x="2324" y="132163"/>
                </a:quadBezTo>
                <a:quadBezTo>
                  <a:pt x="0" y="129969"/>
                  <a:pt x="92" y="126774"/>
                </a:quadBezTo>
                <a:quadBezTo>
                  <a:pt x="0" y="123580"/>
                  <a:pt x="2324" y="121386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438150" y="47434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不感兴趣</a:t>
            </a:r>
          </a:p>
        </p:txBody>
      </p:sp>
      <p:sp>
        <p:nvSpPr>
          <p:cNvPr id="40" name="Path"/>
          <p:cNvSpPr/>
          <p:nvPr/>
        </p:nvSpPr>
        <p:spPr>
          <a:xfrm>
            <a:off x="3163602" y="4798727"/>
            <a:ext cx="60102" cy="98995"/>
          </a:xfrm>
          <a:custGeom>
            <a:avLst/>
            <a:gdLst/>
            <a:ahLst/>
            <a:cxnLst/>
            <a:rect l="0" t="0" r="r" b="b"/>
            <a:pathLst>
              <a:path w="60102" h="98995">
                <a:moveTo>
                  <a:pt x="18013" y="3195"/>
                </a:moveTo>
                <a:lnTo>
                  <a:pt x="56906" y="42089"/>
                </a:lnTo>
                <a:quadBezTo>
                  <a:pt x="60102" y="45105"/>
                  <a:pt x="59975" y="49498"/>
                </a:quadBezTo>
                <a:quadBezTo>
                  <a:pt x="60102" y="53890"/>
                  <a:pt x="56906" y="56906"/>
                </a:quadBezTo>
                <a:lnTo>
                  <a:pt x="18013" y="95800"/>
                </a:lnTo>
                <a:quadBezTo>
                  <a:pt x="14996" y="98995"/>
                  <a:pt x="10604" y="98869"/>
                </a:quadBezTo>
                <a:quadBezTo>
                  <a:pt x="6212" y="98995"/>
                  <a:pt x="3195" y="95800"/>
                </a:quadBezTo>
                <a:quadBezTo>
                  <a:pt x="0" y="92784"/>
                  <a:pt x="126" y="88391"/>
                </a:quadBezTo>
                <a:quadBezTo>
                  <a:pt x="0" y="83999"/>
                  <a:pt x="3195" y="80983"/>
                </a:quadBezTo>
                <a:lnTo>
                  <a:pt x="34680" y="49498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close/>
              </a:path>
            </a:pathLst>
          </a:custGeom>
          <a:solidFill>
            <a:srgbClr val="6E64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176213" y="5126038"/>
            <a:ext cx="142875" cy="111125"/>
          </a:xfrm>
          <a:prstGeom prst="roundRect">
            <a:avLst>
              <a:gd name="adj" fmla="val 25714"/>
            </a:avLst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235744" y="5162550"/>
            <a:ext cx="31750" cy="38100"/>
          </a:xfrm>
          <a:custGeom>
            <a:avLst/>
            <a:gdLst/>
            <a:ahLst/>
            <a:cxnLst/>
            <a:rect l="0" t="0" r="r" b="b"/>
            <a:pathLst>
              <a:path w="31750" h="38100">
                <a:moveTo>
                  <a:pt x="0" y="0"/>
                </a:moveTo>
                <a:lnTo>
                  <a:pt x="0" y="38100"/>
                </a:lnTo>
                <a:lnTo>
                  <a:pt x="3175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438150" y="50863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清屏播放</a:t>
            </a:r>
          </a:p>
        </p:txBody>
      </p:sp>
      <p:sp>
        <p:nvSpPr>
          <p:cNvPr id="44" name="Rectangle"/>
          <p:cNvSpPr/>
          <p:nvPr/>
        </p:nvSpPr>
        <p:spPr>
          <a:xfrm>
            <a:off x="172244" y="5464969"/>
            <a:ext cx="150812" cy="119063"/>
          </a:xfrm>
          <a:prstGeom prst="roundRect">
            <a:avLst>
              <a:gd name="adj" fmla="val 28000"/>
            </a:avLst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196764" y="5497426"/>
            <a:ext cx="101772" cy="42241"/>
          </a:xfrm>
          <a:custGeom>
            <a:avLst/>
            <a:gdLst/>
            <a:ahLst/>
            <a:cxnLst/>
            <a:rect l="0" t="0" r="r" b="b"/>
            <a:pathLst>
              <a:path w="101772" h="42241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4699" y="86"/>
                </a:moveTo>
                <a:lnTo>
                  <a:pt x="94542" y="86"/>
                </a:lnTo>
                <a:quadBezTo>
                  <a:pt x="97537" y="0"/>
                  <a:pt x="99594" y="2179"/>
                </a:quadBezTo>
                <a:quadBezTo>
                  <a:pt x="101772" y="4235"/>
                  <a:pt x="101686" y="7230"/>
                </a:quadBezTo>
                <a:quadBezTo>
                  <a:pt x="101772" y="10225"/>
                  <a:pt x="99594" y="12281"/>
                </a:quadBezTo>
                <a:quadBezTo>
                  <a:pt x="97537" y="14460"/>
                  <a:pt x="94542" y="14374"/>
                </a:quadBezTo>
                <a:lnTo>
                  <a:pt x="74699" y="14374"/>
                </a:lnTo>
                <a:quadBezTo>
                  <a:pt x="71704" y="14460"/>
                  <a:pt x="69647" y="12281"/>
                </a:quadBezTo>
                <a:quadBezTo>
                  <a:pt x="67469" y="10225"/>
                  <a:pt x="67555" y="7230"/>
                </a:quadBezTo>
                <a:quadBezTo>
                  <a:pt x="67469" y="4235"/>
                  <a:pt x="69647" y="2179"/>
                </a:quadBezTo>
                <a:quadBezTo>
                  <a:pt x="71704" y="0"/>
                  <a:pt x="74699" y="86"/>
                </a:quadBezTo>
                <a:close/>
                <a:moveTo>
                  <a:pt x="7230" y="27867"/>
                </a:moveTo>
                <a:lnTo>
                  <a:pt x="78667" y="27867"/>
                </a:lnTo>
                <a:quadBezTo>
                  <a:pt x="81662" y="27781"/>
                  <a:pt x="83719" y="29960"/>
                </a:quadBezTo>
                <a:quadBezTo>
                  <a:pt x="85897" y="32016"/>
                  <a:pt x="85811" y="35011"/>
                </a:quadBezTo>
                <a:quadBezTo>
                  <a:pt x="85897" y="38006"/>
                  <a:pt x="83719" y="40063"/>
                </a:quadBezTo>
                <a:quadBezTo>
                  <a:pt x="81662" y="42241"/>
                  <a:pt x="78667" y="42155"/>
                </a:quadBezTo>
                <a:lnTo>
                  <a:pt x="7230" y="42155"/>
                </a:lnTo>
                <a:quadBezTo>
                  <a:pt x="4235" y="42241"/>
                  <a:pt x="2179" y="40063"/>
                </a:quadBezTo>
                <a:quadBezTo>
                  <a:pt x="0" y="38006"/>
                  <a:pt x="86" y="35011"/>
                </a:quadBezTo>
                <a:quadBezTo>
                  <a:pt x="0" y="32016"/>
                  <a:pt x="2179" y="29960"/>
                </a:quadBezTo>
                <a:quadBezTo>
                  <a:pt x="4235" y="27781"/>
                  <a:pt x="7230" y="27867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438150" y="54292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弹幕</a:t>
            </a:r>
          </a:p>
        </p:txBody>
      </p:sp>
      <p:sp>
        <p:nvSpPr>
          <p:cNvPr id="47" name="Rectangle"/>
          <p:cNvSpPr/>
          <p:nvPr/>
        </p:nvSpPr>
        <p:spPr>
          <a:xfrm>
            <a:off x="2895600" y="5419725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3076575" y="54387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172244" y="5845969"/>
            <a:ext cx="150812" cy="119063"/>
          </a:xfrm>
          <a:prstGeom prst="roundRect">
            <a:avLst>
              <a:gd name="adj" fmla="val 28000"/>
            </a:avLst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Ellipse"/>
          <p:cNvSpPr/>
          <p:nvPr/>
        </p:nvSpPr>
        <p:spPr>
          <a:xfrm>
            <a:off x="227012" y="5884862"/>
            <a:ext cx="41275" cy="41275"/>
          </a:xfrm>
          <a:prstGeom prst="ellipse">
            <a:avLst/>
          </a:prstGeom>
          <a:noFill/>
          <a:ln w="14288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202320" y="5860170"/>
            <a:ext cx="90660" cy="90660"/>
          </a:xfrm>
          <a:custGeom>
            <a:avLst/>
            <a:gdLst/>
            <a:ahLst/>
            <a:cxnLst/>
            <a:rect l="0" t="0" r="r" b="b"/>
            <a:pathLst>
              <a:path w="90660" h="90660">
                <a:moveTo>
                  <a:pt x="52474" y="7230"/>
                </a:moveTo>
                <a:lnTo>
                  <a:pt x="52474" y="19930"/>
                </a:lnTo>
                <a:quadBezTo>
                  <a:pt x="52560" y="22925"/>
                  <a:pt x="50381" y="24981"/>
                </a:quadBezTo>
                <a:quadBezTo>
                  <a:pt x="48325" y="27160"/>
                  <a:pt x="45330" y="27074"/>
                </a:quadBezTo>
                <a:quadBezTo>
                  <a:pt x="42335" y="27160"/>
                  <a:pt x="40279" y="24981"/>
                </a:quadBezTo>
                <a:quadBezTo>
                  <a:pt x="38100" y="22925"/>
                  <a:pt x="38186" y="19930"/>
                </a:quadBezTo>
                <a:lnTo>
                  <a:pt x="38186" y="7230"/>
                </a:lnTo>
                <a:quadBezTo>
                  <a:pt x="38100" y="4235"/>
                  <a:pt x="40279" y="2179"/>
                </a:quadBezTo>
                <a:quadBezTo>
                  <a:pt x="42335" y="0"/>
                  <a:pt x="45330" y="86"/>
                </a:quadBezTo>
                <a:quadBezTo>
                  <a:pt x="48325" y="0"/>
                  <a:pt x="50381" y="2179"/>
                </a:quadBezTo>
                <a:quadBezTo>
                  <a:pt x="52560" y="4235"/>
                  <a:pt x="52474" y="7230"/>
                </a:quadBezTo>
                <a:close/>
                <a:moveTo>
                  <a:pt x="7230" y="38186"/>
                </a:moveTo>
                <a:lnTo>
                  <a:pt x="19930" y="38186"/>
                </a:lnTo>
                <a:quadBezTo>
                  <a:pt x="22925" y="38100"/>
                  <a:pt x="24981" y="40279"/>
                </a:quadBezTo>
                <a:quadBezTo>
                  <a:pt x="27160" y="42335"/>
                  <a:pt x="27074" y="45330"/>
                </a:quadBezTo>
                <a:quadBezTo>
                  <a:pt x="27160" y="48325"/>
                  <a:pt x="24981" y="50381"/>
                </a:quadBezTo>
                <a:quadBezTo>
                  <a:pt x="22925" y="52560"/>
                  <a:pt x="19930" y="52474"/>
                </a:quadBezTo>
                <a:lnTo>
                  <a:pt x="7230" y="52474"/>
                </a:lnTo>
                <a:quadBezTo>
                  <a:pt x="4235" y="52560"/>
                  <a:pt x="2179" y="50381"/>
                </a:quadBezTo>
                <a:quadBezTo>
                  <a:pt x="0" y="48325"/>
                  <a:pt x="86" y="45330"/>
                </a:quadBezTo>
                <a:quadBezTo>
                  <a:pt x="0" y="42335"/>
                  <a:pt x="2179" y="40279"/>
                </a:quadBezTo>
                <a:quadBezTo>
                  <a:pt x="4235" y="38100"/>
                  <a:pt x="7230" y="38186"/>
                </a:quadBezTo>
                <a:close/>
                <a:moveTo>
                  <a:pt x="70730" y="38186"/>
                </a:moveTo>
                <a:lnTo>
                  <a:pt x="83430" y="38186"/>
                </a:lnTo>
                <a:quadBezTo>
                  <a:pt x="86425" y="38100"/>
                  <a:pt x="88481" y="40279"/>
                </a:quadBezTo>
                <a:quadBezTo>
                  <a:pt x="90660" y="42335"/>
                  <a:pt x="90574" y="45330"/>
                </a:quadBezTo>
                <a:quadBezTo>
                  <a:pt x="90660" y="48325"/>
                  <a:pt x="88481" y="50381"/>
                </a:quadBezTo>
                <a:quadBezTo>
                  <a:pt x="86425" y="52560"/>
                  <a:pt x="83430" y="52474"/>
                </a:quadBezTo>
                <a:lnTo>
                  <a:pt x="70730" y="52474"/>
                </a:lnTo>
                <a:quadBezTo>
                  <a:pt x="67735" y="52560"/>
                  <a:pt x="65679" y="50381"/>
                </a:quadBezTo>
                <a:quadBezTo>
                  <a:pt x="63500" y="48325"/>
                  <a:pt x="63586" y="45330"/>
                </a:quadBezTo>
                <a:quadBezTo>
                  <a:pt x="63500" y="42335"/>
                  <a:pt x="65679" y="40279"/>
                </a:quadBezTo>
                <a:quadBezTo>
                  <a:pt x="67735" y="38100"/>
                  <a:pt x="70730" y="38186"/>
                </a:quadBezTo>
                <a:close/>
                <a:moveTo>
                  <a:pt x="52474" y="70730"/>
                </a:moveTo>
                <a:lnTo>
                  <a:pt x="52474" y="83430"/>
                </a:lnTo>
                <a:quadBezTo>
                  <a:pt x="52560" y="86425"/>
                  <a:pt x="50381" y="88481"/>
                </a:quadBezTo>
                <a:quadBezTo>
                  <a:pt x="48325" y="90660"/>
                  <a:pt x="45330" y="90574"/>
                </a:quadBezTo>
                <a:quadBezTo>
                  <a:pt x="42335" y="90660"/>
                  <a:pt x="40279" y="88481"/>
                </a:quadBezTo>
                <a:quadBezTo>
                  <a:pt x="38100" y="86425"/>
                  <a:pt x="38186" y="83430"/>
                </a:quadBezTo>
                <a:lnTo>
                  <a:pt x="38186" y="70730"/>
                </a:lnTo>
                <a:quadBezTo>
                  <a:pt x="38100" y="67735"/>
                  <a:pt x="40279" y="65679"/>
                </a:quadBezTo>
                <a:quadBezTo>
                  <a:pt x="42335" y="63500"/>
                  <a:pt x="45330" y="63586"/>
                </a:quadBezTo>
                <a:quadBezTo>
                  <a:pt x="48325" y="63500"/>
                  <a:pt x="50381" y="65679"/>
                </a:quadBezTo>
                <a:quadBezTo>
                  <a:pt x="52560" y="67735"/>
                  <a:pt x="52474" y="70730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438150" y="58102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弹幕设置</a:t>
            </a:r>
          </a:p>
        </p:txBody>
      </p:sp>
      <p:sp>
        <p:nvSpPr>
          <p:cNvPr id="53" name="Path"/>
          <p:cNvSpPr/>
          <p:nvPr/>
        </p:nvSpPr>
        <p:spPr>
          <a:xfrm>
            <a:off x="3163602" y="5865527"/>
            <a:ext cx="60102" cy="98995"/>
          </a:xfrm>
          <a:custGeom>
            <a:avLst/>
            <a:gdLst/>
            <a:ahLst/>
            <a:cxnLst/>
            <a:rect l="0" t="0" r="r" b="b"/>
            <a:pathLst>
              <a:path w="60102" h="98995">
                <a:moveTo>
                  <a:pt x="18013" y="3195"/>
                </a:moveTo>
                <a:lnTo>
                  <a:pt x="56906" y="42089"/>
                </a:lnTo>
                <a:quadBezTo>
                  <a:pt x="60102" y="45105"/>
                  <a:pt x="59975" y="49498"/>
                </a:quadBezTo>
                <a:quadBezTo>
                  <a:pt x="60102" y="53890"/>
                  <a:pt x="56906" y="56906"/>
                </a:quadBezTo>
                <a:lnTo>
                  <a:pt x="18013" y="95800"/>
                </a:lnTo>
                <a:quadBezTo>
                  <a:pt x="14996" y="98995"/>
                  <a:pt x="10604" y="98869"/>
                </a:quadBezTo>
                <a:quadBezTo>
                  <a:pt x="6212" y="98995"/>
                  <a:pt x="3195" y="95800"/>
                </a:quadBezTo>
                <a:quadBezTo>
                  <a:pt x="0" y="92784"/>
                  <a:pt x="126" y="88391"/>
                </a:quadBezTo>
                <a:quadBezTo>
                  <a:pt x="0" y="83999"/>
                  <a:pt x="3195" y="80983"/>
                </a:quadBezTo>
                <a:lnTo>
                  <a:pt x="34680" y="49498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close/>
              </a:path>
            </a:pathLst>
          </a:custGeom>
          <a:solidFill>
            <a:srgbClr val="6E64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Path"/>
          <p:cNvSpPr/>
          <p:nvPr/>
        </p:nvSpPr>
        <p:spPr>
          <a:xfrm>
            <a:off x="207706" y="6176706"/>
            <a:ext cx="79888" cy="99732"/>
          </a:xfrm>
          <a:custGeom>
            <a:avLst/>
            <a:gdLst/>
            <a:ahLst/>
            <a:cxnLst/>
            <a:rect l="0" t="0" r="r" b="b"/>
            <a:pathLst>
              <a:path w="79888" h="99732">
                <a:moveTo>
                  <a:pt x="48040" y="8194"/>
                </a:moveTo>
                <a:lnTo>
                  <a:pt x="48040" y="71992"/>
                </a:lnTo>
                <a:lnTo>
                  <a:pt x="65969" y="54063"/>
                </a:lnTo>
                <a:quadBezTo>
                  <a:pt x="68300" y="51594"/>
                  <a:pt x="71694" y="51691"/>
                </a:quadBezTo>
                <a:quadBezTo>
                  <a:pt x="75088" y="51594"/>
                  <a:pt x="77419" y="54063"/>
                </a:quadBezTo>
                <a:quadBezTo>
                  <a:pt x="79888" y="56394"/>
                  <a:pt x="79790" y="59788"/>
                </a:quadBezTo>
                <a:quadBezTo>
                  <a:pt x="79888" y="63182"/>
                  <a:pt x="77419" y="65513"/>
                </a:quadBezTo>
                <a:lnTo>
                  <a:pt x="45669" y="97263"/>
                </a:lnTo>
                <a:quadBezTo>
                  <a:pt x="43338" y="99732"/>
                  <a:pt x="39944" y="99634"/>
                </a:quadBezTo>
                <a:quadBezTo>
                  <a:pt x="36550" y="99732"/>
                  <a:pt x="34219" y="97263"/>
                </a:quadBezTo>
                <a:lnTo>
                  <a:pt x="2469" y="65513"/>
                </a:lnTo>
                <a:quadBezTo>
                  <a:pt x="0" y="63182"/>
                  <a:pt x="98" y="59788"/>
                </a:quadBezTo>
                <a:quadBezTo>
                  <a:pt x="0" y="56394"/>
                  <a:pt x="2469" y="54063"/>
                </a:quadBezTo>
                <a:quadBezTo>
                  <a:pt x="4800" y="51594"/>
                  <a:pt x="8194" y="51691"/>
                </a:quadBezTo>
                <a:quadBezTo>
                  <a:pt x="11588" y="51594"/>
                  <a:pt x="13919" y="54063"/>
                </a:quadBezTo>
                <a:lnTo>
                  <a:pt x="31848" y="71992"/>
                </a:lnTo>
                <a:lnTo>
                  <a:pt x="31848" y="8194"/>
                </a:lnTo>
                <a:quadBezTo>
                  <a:pt x="31750" y="4800"/>
                  <a:pt x="34219" y="2469"/>
                </a:quadBezTo>
                <a:quadBezTo>
                  <a:pt x="36550" y="0"/>
                  <a:pt x="39944" y="98"/>
                </a:quadBezTo>
                <a:quadBezTo>
                  <a:pt x="43338" y="0"/>
                  <a:pt x="45669" y="2469"/>
                </a:quadBezTo>
                <a:quadBezTo>
                  <a:pt x="48138" y="4800"/>
                  <a:pt x="48040" y="8194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Path"/>
          <p:cNvSpPr/>
          <p:nvPr/>
        </p:nvSpPr>
        <p:spPr>
          <a:xfrm>
            <a:off x="183894" y="6295769"/>
            <a:ext cx="127513" cy="16388"/>
          </a:xfrm>
          <a:custGeom>
            <a:avLst/>
            <a:gdLst/>
            <a:ahLst/>
            <a:cxnLst/>
            <a:rect l="0" t="0" r="r" b="b"/>
            <a:pathLst>
              <a:path w="127513" h="16388">
                <a:moveTo>
                  <a:pt x="8194" y="98"/>
                </a:moveTo>
                <a:lnTo>
                  <a:pt x="119319" y="98"/>
                </a:lnTo>
                <a:quadBezTo>
                  <a:pt x="122713" y="0"/>
                  <a:pt x="125044" y="2469"/>
                </a:quadBezTo>
                <a:quadBezTo>
                  <a:pt x="127513" y="4800"/>
                  <a:pt x="127415" y="8194"/>
                </a:quadBezTo>
                <a:quadBezTo>
                  <a:pt x="127513" y="11588"/>
                  <a:pt x="125044" y="13919"/>
                </a:quadBezTo>
                <a:quadBezTo>
                  <a:pt x="122713" y="16388"/>
                  <a:pt x="119319" y="16290"/>
                </a:quadBezTo>
                <a:lnTo>
                  <a:pt x="8194" y="16290"/>
                </a:lnTo>
                <a:quadBezTo>
                  <a:pt x="4800" y="16388"/>
                  <a:pt x="2469" y="13919"/>
                </a:quadBezTo>
                <a:quadBezTo>
                  <a:pt x="0" y="11588"/>
                  <a:pt x="98" y="8194"/>
                </a:quadBez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438150" y="615315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下载到本地</a:t>
            </a:r>
          </a:p>
        </p:txBody>
      </p:sp>
      <p:sp>
        <p:nvSpPr>
          <p:cNvPr id="57" name="Path"/>
          <p:cNvSpPr/>
          <p:nvPr/>
        </p:nvSpPr>
        <p:spPr>
          <a:xfrm>
            <a:off x="3163602" y="6208427"/>
            <a:ext cx="60102" cy="98995"/>
          </a:xfrm>
          <a:custGeom>
            <a:avLst/>
            <a:gdLst/>
            <a:ahLst/>
            <a:cxnLst/>
            <a:rect l="0" t="0" r="r" b="b"/>
            <a:pathLst>
              <a:path w="60102" h="98995">
                <a:moveTo>
                  <a:pt x="18013" y="3195"/>
                </a:moveTo>
                <a:lnTo>
                  <a:pt x="56906" y="42089"/>
                </a:lnTo>
                <a:quadBezTo>
                  <a:pt x="60102" y="45105"/>
                  <a:pt x="59975" y="49498"/>
                </a:quadBezTo>
                <a:quadBezTo>
                  <a:pt x="60102" y="53890"/>
                  <a:pt x="56906" y="56906"/>
                </a:quadBezTo>
                <a:lnTo>
                  <a:pt x="18013" y="95800"/>
                </a:lnTo>
                <a:quadBezTo>
                  <a:pt x="14996" y="98995"/>
                  <a:pt x="10604" y="98869"/>
                </a:quadBezTo>
                <a:quadBezTo>
                  <a:pt x="6212" y="98995"/>
                  <a:pt x="3195" y="95800"/>
                </a:quadBezTo>
                <a:quadBezTo>
                  <a:pt x="0" y="92784"/>
                  <a:pt x="126" y="88391"/>
                </a:quadBezTo>
                <a:quadBezTo>
                  <a:pt x="0" y="83999"/>
                  <a:pt x="3195" y="80983"/>
                </a:quadBezTo>
                <a:lnTo>
                  <a:pt x="34680" y="49498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close/>
              </a:path>
            </a:pathLst>
          </a:custGeom>
          <a:solidFill>
            <a:srgbClr val="6E64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172641" y="6543278"/>
            <a:ext cx="146843" cy="111918"/>
          </a:xfrm>
          <a:custGeom>
            <a:avLst/>
            <a:gdLst/>
            <a:ahLst/>
            <a:cxnLst/>
            <a:rect l="0" t="0" r="r" b="b"/>
            <a:pathLst>
              <a:path w="146843" h="111918">
                <a:moveTo>
                  <a:pt x="1142" y="101067"/>
                </a:moveTo>
                <a:lnTo>
                  <a:pt x="12618" y="68278"/>
                </a:lnTo>
                <a:quadBezTo>
                  <a:pt x="12659" y="65914"/>
                  <a:pt x="14074" y="64119"/>
                </a:quadBezTo>
                <a:lnTo>
                  <a:pt x="34480" y="5817"/>
                </a:lnTo>
                <a:quadBezTo>
                  <a:pt x="35448" y="2772"/>
                  <a:pt x="38366" y="1469"/>
                </a:quadBezTo>
                <a:quadBezTo>
                  <a:pt x="41204" y="0"/>
                  <a:pt x="44189" y="1142"/>
                </a:quadBezTo>
                <a:quadBezTo>
                  <a:pt x="45836" y="1708"/>
                  <a:pt x="47060" y="2946"/>
                </a:quadBezTo>
                <a:quadBezTo>
                  <a:pt x="48298" y="4170"/>
                  <a:pt x="48864" y="5817"/>
                </a:quadBezTo>
                <a:lnTo>
                  <a:pt x="69270" y="64119"/>
                </a:lnTo>
                <a:quadBezTo>
                  <a:pt x="70685" y="65914"/>
                  <a:pt x="70725" y="68278"/>
                </a:quadBezTo>
                <a:lnTo>
                  <a:pt x="82201" y="101067"/>
                </a:lnTo>
                <a:quadBezTo>
                  <a:pt x="83343" y="104052"/>
                  <a:pt x="81875" y="106890"/>
                </a:quadBezTo>
                <a:quadBezTo>
                  <a:pt x="80572" y="109808"/>
                  <a:pt x="77527" y="110776"/>
                </a:quadBezTo>
                <a:quadBezTo>
                  <a:pt x="74542" y="111918"/>
                  <a:pt x="71704" y="110450"/>
                </a:quadBezTo>
                <a:quadBezTo>
                  <a:pt x="68786" y="109147"/>
                  <a:pt x="67817" y="106102"/>
                </a:quadBezTo>
                <a:lnTo>
                  <a:pt x="57379" y="76279"/>
                </a:lnTo>
                <a:lnTo>
                  <a:pt x="25964" y="76279"/>
                </a:lnTo>
                <a:lnTo>
                  <a:pt x="15526" y="106102"/>
                </a:lnTo>
                <a:quadBezTo>
                  <a:pt x="14558" y="109147"/>
                  <a:pt x="11640" y="110450"/>
                </a:quadBezTo>
                <a:quadBezTo>
                  <a:pt x="8802" y="111918"/>
                  <a:pt x="5817" y="110776"/>
                </a:quadBezTo>
                <a:quadBezTo>
                  <a:pt x="2772" y="109808"/>
                  <a:pt x="1469" y="106890"/>
                </a:quadBezTo>
                <a:quadBezTo>
                  <a:pt x="0" y="104052"/>
                  <a:pt x="1142" y="101067"/>
                </a:quadBezTo>
                <a:close/>
                <a:moveTo>
                  <a:pt x="52045" y="61039"/>
                </a:moveTo>
                <a:lnTo>
                  <a:pt x="41672" y="31401"/>
                </a:lnTo>
                <a:lnTo>
                  <a:pt x="31298" y="61039"/>
                </a:lnTo>
                <a:lnTo>
                  <a:pt x="52045" y="61039"/>
                </a:lnTo>
                <a:close/>
                <a:moveTo>
                  <a:pt x="109092" y="37567"/>
                </a:moveTo>
                <a:quadBezTo>
                  <a:pt x="110061" y="34522"/>
                  <a:pt x="112979" y="33219"/>
                </a:quadBezTo>
                <a:quadBezTo>
                  <a:pt x="115817" y="31750"/>
                  <a:pt x="118802" y="32892"/>
                </a:quadBezTo>
                <a:quadBezTo>
                  <a:pt x="120448" y="33458"/>
                  <a:pt x="121672" y="34696"/>
                </a:quadBezTo>
                <a:quadBezTo>
                  <a:pt x="122910" y="35920"/>
                  <a:pt x="123476" y="37567"/>
                </a:quadBezTo>
                <a:lnTo>
                  <a:pt x="145701" y="101067"/>
                </a:lnTo>
                <a:quadBezTo>
                  <a:pt x="146843" y="104052"/>
                  <a:pt x="145375" y="106890"/>
                </a:quadBezTo>
                <a:quadBezTo>
                  <a:pt x="144072" y="109808"/>
                  <a:pt x="141026" y="110776"/>
                </a:quadBezTo>
                <a:quadBezTo>
                  <a:pt x="138042" y="111918"/>
                  <a:pt x="135204" y="110450"/>
                </a:quadBezTo>
                <a:quadBezTo>
                  <a:pt x="132286" y="109147"/>
                  <a:pt x="131317" y="106102"/>
                </a:quadBezTo>
                <a:lnTo>
                  <a:pt x="125880" y="90567"/>
                </a:lnTo>
                <a:lnTo>
                  <a:pt x="106689" y="90567"/>
                </a:lnTo>
                <a:lnTo>
                  <a:pt x="101251" y="106102"/>
                </a:lnTo>
                <a:quadBezTo>
                  <a:pt x="100283" y="109147"/>
                  <a:pt x="97365" y="110450"/>
                </a:quadBezTo>
                <a:quadBezTo>
                  <a:pt x="94527" y="111918"/>
                  <a:pt x="91542" y="110776"/>
                </a:quadBezTo>
                <a:quadBezTo>
                  <a:pt x="88497" y="109808"/>
                  <a:pt x="87194" y="106890"/>
                </a:quadBezTo>
                <a:quadBezTo>
                  <a:pt x="85725" y="104052"/>
                  <a:pt x="86867" y="101067"/>
                </a:quadBezTo>
                <a:lnTo>
                  <a:pt x="109092" y="37567"/>
                </a:lnTo>
                <a:close/>
                <a:moveTo>
                  <a:pt x="120546" y="75327"/>
                </a:moveTo>
                <a:lnTo>
                  <a:pt x="116284" y="63151"/>
                </a:lnTo>
                <a:lnTo>
                  <a:pt x="112023" y="75327"/>
                </a:lnTo>
                <a:lnTo>
                  <a:pt x="120546" y="75327"/>
                </a:ln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438150" y="64960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字体大小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2819400" y="6505575"/>
            <a:ext cx="30075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标准 ›</a:t>
            </a:r>
          </a:p>
        </p:txBody>
      </p:sp>
      <p:sp>
        <p:nvSpPr>
          <p:cNvPr id="61" name="Rectangle"/>
          <p:cNvSpPr/>
          <p:nvPr/>
        </p:nvSpPr>
        <p:spPr>
          <a:xfrm>
            <a:off x="152400" y="6858000"/>
            <a:ext cx="31242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176213" y="7035006"/>
            <a:ext cx="142875" cy="95250"/>
          </a:xfrm>
          <a:prstGeom prst="roundRect">
            <a:avLst>
              <a:gd name="adj" fmla="val 25000"/>
            </a:avLst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3" name="Path"/>
          <p:cNvSpPr/>
          <p:nvPr/>
        </p:nvSpPr>
        <p:spPr>
          <a:xfrm>
            <a:off x="207706" y="7145875"/>
            <a:ext cx="79888" cy="16388"/>
          </a:xfrm>
          <a:custGeom>
            <a:avLst/>
            <a:gdLst/>
            <a:ahLst/>
            <a:cxnLst/>
            <a:rect l="0" t="0" r="r" b="b"/>
            <a:pathLst>
              <a:path w="79888" h="16388">
                <a:moveTo>
                  <a:pt x="8194" y="98"/>
                </a:moveTo>
                <a:lnTo>
                  <a:pt x="71694" y="98"/>
                </a:lnTo>
                <a:quadBezTo>
                  <a:pt x="75088" y="0"/>
                  <a:pt x="77419" y="2469"/>
                </a:quadBezTo>
                <a:quadBezTo>
                  <a:pt x="79888" y="4800"/>
                  <a:pt x="79790" y="8194"/>
                </a:quadBezTo>
                <a:quadBezTo>
                  <a:pt x="79888" y="11588"/>
                  <a:pt x="77419" y="13919"/>
                </a:quadBezTo>
                <a:quadBezTo>
                  <a:pt x="75088" y="16388"/>
                  <a:pt x="71694" y="16290"/>
                </a:quadBezTo>
                <a:lnTo>
                  <a:pt x="8194" y="16290"/>
                </a:lnTo>
                <a:quadBezTo>
                  <a:pt x="4800" y="16388"/>
                  <a:pt x="2469" y="13919"/>
                </a:quadBezTo>
                <a:quadBezTo>
                  <a:pt x="0" y="11588"/>
                  <a:pt x="98" y="8194"/>
                </a:quadBez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438150" y="6991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投屏</a:t>
            </a:r>
          </a:p>
        </p:txBody>
      </p:sp>
      <p:sp>
        <p:nvSpPr>
          <p:cNvPr id="65" name="Path"/>
          <p:cNvSpPr/>
          <p:nvPr/>
        </p:nvSpPr>
        <p:spPr>
          <a:xfrm>
            <a:off x="3163602" y="7046627"/>
            <a:ext cx="60102" cy="98995"/>
          </a:xfrm>
          <a:custGeom>
            <a:avLst/>
            <a:gdLst/>
            <a:ahLst/>
            <a:cxnLst/>
            <a:rect l="0" t="0" r="r" b="b"/>
            <a:pathLst>
              <a:path w="60102" h="98995">
                <a:moveTo>
                  <a:pt x="18013" y="3195"/>
                </a:moveTo>
                <a:lnTo>
                  <a:pt x="56906" y="42089"/>
                </a:lnTo>
                <a:quadBezTo>
                  <a:pt x="60102" y="45105"/>
                  <a:pt x="59975" y="49498"/>
                </a:quadBezTo>
                <a:quadBezTo>
                  <a:pt x="60102" y="53890"/>
                  <a:pt x="56906" y="56906"/>
                </a:quadBezTo>
                <a:lnTo>
                  <a:pt x="18013" y="95800"/>
                </a:lnTo>
                <a:quadBezTo>
                  <a:pt x="14996" y="98995"/>
                  <a:pt x="10604" y="98869"/>
                </a:quadBezTo>
                <a:quadBezTo>
                  <a:pt x="6212" y="98995"/>
                  <a:pt x="3195" y="95800"/>
                </a:quadBezTo>
                <a:quadBezTo>
                  <a:pt x="0" y="92784"/>
                  <a:pt x="126" y="88391"/>
                </a:quadBezTo>
                <a:quadBezTo>
                  <a:pt x="0" y="83999"/>
                  <a:pt x="3195" y="80983"/>
                </a:quadBezTo>
                <a:lnTo>
                  <a:pt x="34680" y="49498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close/>
              </a:path>
            </a:pathLst>
          </a:custGeom>
          <a:solidFill>
            <a:srgbClr val="6E64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Ellipse"/>
          <p:cNvSpPr/>
          <p:nvPr/>
        </p:nvSpPr>
        <p:spPr>
          <a:xfrm>
            <a:off x="176213" y="7396163"/>
            <a:ext cx="142875" cy="142875"/>
          </a:xfrm>
          <a:prstGeom prst="ellipse">
            <a:avLst/>
          </a:prstGeom>
          <a:noFill/>
          <a:ln w="16193">
            <a:solidFill>
              <a:srgbClr val="B9ADA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7" name="Path"/>
          <p:cNvSpPr/>
          <p:nvPr/>
        </p:nvSpPr>
        <p:spPr>
          <a:xfrm>
            <a:off x="239456" y="7419719"/>
            <a:ext cx="42341" cy="72504"/>
          </a:xfrm>
          <a:custGeom>
            <a:avLst/>
            <a:gdLst/>
            <a:ahLst/>
            <a:cxnLst/>
            <a:rect l="0" t="0" r="r" b="b"/>
            <a:pathLst>
              <a:path w="42341" h="72504">
                <a:moveTo>
                  <a:pt x="16290" y="8194"/>
                </a:moveTo>
                <a:lnTo>
                  <a:pt x="16290" y="43394"/>
                </a:lnTo>
                <a:lnTo>
                  <a:pt x="37885" y="56891"/>
                </a:lnTo>
                <a:quadBezTo>
                  <a:pt x="40815" y="58607"/>
                  <a:pt x="41483" y="61936"/>
                </a:quadBezTo>
                <a:quadBezTo>
                  <a:pt x="42341" y="65221"/>
                  <a:pt x="40460" y="68047"/>
                </a:quadBezTo>
                <a:quadBezTo>
                  <a:pt x="38744" y="70977"/>
                  <a:pt x="35414" y="71645"/>
                </a:quadBezTo>
                <a:quadBezTo>
                  <a:pt x="32129" y="72504"/>
                  <a:pt x="29303" y="70622"/>
                </a:quadBezTo>
                <a:lnTo>
                  <a:pt x="98" y="52369"/>
                </a:lnTo>
                <a:lnTo>
                  <a:pt x="98" y="47881"/>
                </a:lnTo>
                <a:lnTo>
                  <a:pt x="98" y="8194"/>
                </a:ln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quadBezTo>
                  <a:pt x="11588" y="0"/>
                  <a:pt x="13919" y="2469"/>
                </a:quadBezTo>
                <a:quadBezTo>
                  <a:pt x="16388" y="4800"/>
                  <a:pt x="16290" y="8194"/>
                </a:quadBezTo>
                <a:close/>
              </a:path>
            </a:pathLst>
          </a:custGeom>
          <a:solidFill>
            <a:srgbClr val="B9AD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438150" y="73723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E8E2E2"/>
                </a:solidFill>
                <a:latin typeface="Noto Sans SC"/>
                <a:ea typeface="Noto Sans SC"/>
                <a:cs typeface="Noto Sans SC"/>
              </a:rPr>
              <a:t>定时关闭</a:t>
            </a:r>
          </a:p>
        </p:txBody>
      </p:sp>
      <p:sp>
        <p:nvSpPr>
          <p:cNvPr id="69" name="Path"/>
          <p:cNvSpPr/>
          <p:nvPr/>
        </p:nvSpPr>
        <p:spPr>
          <a:xfrm>
            <a:off x="3163602" y="7427627"/>
            <a:ext cx="60102" cy="98995"/>
          </a:xfrm>
          <a:custGeom>
            <a:avLst/>
            <a:gdLst/>
            <a:ahLst/>
            <a:cxnLst/>
            <a:rect l="0" t="0" r="r" b="b"/>
            <a:pathLst>
              <a:path w="60102" h="98995">
                <a:moveTo>
                  <a:pt x="18013" y="3195"/>
                </a:moveTo>
                <a:lnTo>
                  <a:pt x="56906" y="42089"/>
                </a:lnTo>
                <a:quadBezTo>
                  <a:pt x="60102" y="45105"/>
                  <a:pt x="59975" y="49498"/>
                </a:quadBezTo>
                <a:quadBezTo>
                  <a:pt x="60102" y="53890"/>
                  <a:pt x="56906" y="56906"/>
                </a:quadBezTo>
                <a:lnTo>
                  <a:pt x="18013" y="95800"/>
                </a:lnTo>
                <a:quadBezTo>
                  <a:pt x="14996" y="98995"/>
                  <a:pt x="10604" y="98869"/>
                </a:quadBezTo>
                <a:quadBezTo>
                  <a:pt x="6212" y="98995"/>
                  <a:pt x="3195" y="95800"/>
                </a:quadBezTo>
                <a:quadBezTo>
                  <a:pt x="0" y="92784"/>
                  <a:pt x="126" y="88391"/>
                </a:quadBezTo>
                <a:quadBezTo>
                  <a:pt x="0" y="83999"/>
                  <a:pt x="3195" y="80983"/>
                </a:quadBezTo>
                <a:lnTo>
                  <a:pt x="34680" y="49498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close/>
              </a:path>
            </a:pathLst>
          </a:custGeom>
          <a:solidFill>
            <a:srgbClr val="6E64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001000"/>
          </a:xfrm>
          <a:prstGeom prst="rect">
            <a:avLst/>
          </a:prstGeom>
          <a:solidFill>
            <a:srgbClr val="0A080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0" y="0"/>
            <a:ext cx="3429000" cy="3619500"/>
          </a:xfrm>
          <a:prstGeom prst="rect">
            <a:avLst/>
          </a:prstGeom>
        </p:spPr>
      </p:pic>
      <p:sp>
        <p:nvSpPr>
          <p:cNvPr id="4" name="Rectangle"/>
          <p:cNvSpPr/>
          <p:nvPr/>
        </p:nvSpPr>
        <p:spPr>
          <a:xfrm>
            <a:off x="0" y="0"/>
            <a:ext cx="3429000" cy="1333500"/>
          </a:xfrm>
          <a:prstGeom prst="rect">
            <a:avLst/>
          </a:prstGeom>
          <a:gradFill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6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61861" y="0"/>
                </a:moveTo>
                <a:quadBezTo>
                  <a:pt x="29848" y="0"/>
                  <a:pt x="4614" y="19701"/>
                </a:quadBezTo>
                <a:quadBezTo>
                  <a:pt x="1074" y="22304"/>
                  <a:pt x="662" y="26679"/>
                </a:quadBezTo>
                <a:quadBezTo>
                  <a:pt x="0" y="31023"/>
                  <a:pt x="2803" y="34407"/>
                </a:quadBezTo>
                <a:quadBezTo>
                  <a:pt x="5406" y="37947"/>
                  <a:pt x="9781" y="38358"/>
                </a:quadBezTo>
                <a:quadBezTo>
                  <a:pt x="14125" y="39021"/>
                  <a:pt x="17509" y="36218"/>
                </a:quadBezTo>
                <a:quadBezTo>
                  <a:pt x="37059" y="20955"/>
                  <a:pt x="61861" y="20955"/>
                </a:quadBezTo>
                <a:quadBezTo>
                  <a:pt x="86664" y="20955"/>
                  <a:pt x="106214" y="36218"/>
                </a:quadBezTo>
                <a:quadBezTo>
                  <a:pt x="109598" y="39021"/>
                  <a:pt x="113942" y="38358"/>
                </a:quadBezTo>
                <a:quadBezTo>
                  <a:pt x="118317" y="37947"/>
                  <a:pt x="120920" y="34407"/>
                </a:quadBezTo>
                <a:quadBezTo>
                  <a:pt x="123722" y="31023"/>
                  <a:pt x="123060" y="26679"/>
                </a:quadBezTo>
                <a:quadBezTo>
                  <a:pt x="122649" y="22304"/>
                  <a:pt x="119109" y="19701"/>
                </a:quadBezTo>
                <a:quadBezTo>
                  <a:pt x="93875" y="0"/>
                  <a:pt x="61861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2909" y="0"/>
                </a:moveTo>
                <a:quadBezTo>
                  <a:pt x="21947" y="0"/>
                  <a:pt x="4996" y="12330"/>
                </a:quadBezTo>
                <a:quadBezTo>
                  <a:pt x="1369" y="14812"/>
                  <a:pt x="810" y="19170"/>
                </a:quadBezTo>
                <a:quadBezTo>
                  <a:pt x="0" y="23489"/>
                  <a:pt x="2686" y="26967"/>
                </a:quadBezTo>
                <a:quadBezTo>
                  <a:pt x="5167" y="30593"/>
                  <a:pt x="9526" y="31153"/>
                </a:quadBezTo>
                <a:quadBezTo>
                  <a:pt x="13845" y="31962"/>
                  <a:pt x="17322" y="29277"/>
                </a:quadBezTo>
                <a:quadBezTo>
                  <a:pt x="28762" y="20955"/>
                  <a:pt x="42909" y="20955"/>
                </a:quadBezTo>
                <a:quadBezTo>
                  <a:pt x="57056" y="20955"/>
                  <a:pt x="68496" y="29277"/>
                </a:quadBezTo>
                <a:quadBezTo>
                  <a:pt x="71973" y="31962"/>
                  <a:pt x="76292" y="31153"/>
                </a:quadBezTo>
                <a:quadBezTo>
                  <a:pt x="80651" y="30593"/>
                  <a:pt x="83132" y="26967"/>
                </a:quadBezTo>
                <a:quadBezTo>
                  <a:pt x="85818" y="23489"/>
                  <a:pt x="85008" y="19170"/>
                </a:quadBezTo>
                <a:quadBezTo>
                  <a:pt x="84449" y="14812"/>
                  <a:pt x="80822" y="12330"/>
                </a:quadBezTo>
                <a:quadBezTo>
                  <a:pt x="63871" y="0"/>
                  <a:pt x="42909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24079" y="0"/>
                </a:moveTo>
                <a:quadBezTo>
                  <a:pt x="14466" y="0"/>
                  <a:pt x="6141" y="4807"/>
                </a:quadBezTo>
                <a:quadBezTo>
                  <a:pt x="2274" y="6893"/>
                  <a:pt x="1259" y="11169"/>
                </a:quadBezTo>
                <a:quadBezTo>
                  <a:pt x="0" y="15379"/>
                  <a:pt x="2306" y="19119"/>
                </a:quadBezTo>
                <a:quadBezTo>
                  <a:pt x="4392" y="22986"/>
                  <a:pt x="8668" y="24001"/>
                </a:quadBezTo>
                <a:quadBezTo>
                  <a:pt x="12878" y="25260"/>
                  <a:pt x="16618" y="22954"/>
                </a:quadBezTo>
                <a:quadBezTo>
                  <a:pt x="20081" y="20955"/>
                  <a:pt x="24079" y="20955"/>
                </a:quadBezTo>
                <a:quadBezTo>
                  <a:pt x="28078" y="20955"/>
                  <a:pt x="31541" y="22954"/>
                </a:quadBezTo>
                <a:quadBezTo>
                  <a:pt x="35281" y="25260"/>
                  <a:pt x="39491" y="24001"/>
                </a:quadBezTo>
                <a:quadBezTo>
                  <a:pt x="43767" y="22986"/>
                  <a:pt x="45853" y="19119"/>
                </a:quadBezTo>
                <a:quadBezTo>
                  <a:pt x="48159" y="15379"/>
                  <a:pt x="46900" y="11169"/>
                </a:quadBezTo>
                <a:quadBezTo>
                  <a:pt x="45885" y="6893"/>
                  <a:pt x="42018" y="4807"/>
                </a:quadBezTo>
                <a:quadBezTo>
                  <a:pt x="33693" y="0"/>
                  <a:pt x="24079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10682" y="546438"/>
            <a:ext cx="84255" cy="145373"/>
          </a:xfrm>
          <a:custGeom>
            <a:avLst/>
            <a:gdLst/>
            <a:ahLst/>
            <a:cxnLst/>
            <a:rect l="0" t="0" r="r" b="b"/>
            <a:pathLst>
              <a:path w="84255" h="145373">
                <a:moveTo>
                  <a:pt x="27732" y="72687"/>
                </a:moveTo>
                <a:lnTo>
                  <a:pt x="80769" y="19650"/>
                </a:lnTo>
                <a:quadBezTo>
                  <a:pt x="84255" y="16360"/>
                  <a:pt x="84117" y="11568"/>
                </a:quadBezTo>
                <a:quadBezTo>
                  <a:pt x="84255" y="6776"/>
                  <a:pt x="80769" y="3486"/>
                </a:quadBezTo>
                <a:quadBezTo>
                  <a:pt x="77478" y="0"/>
                  <a:pt x="72687" y="138"/>
                </a:quadBezTo>
                <a:quadBezTo>
                  <a:pt x="67895" y="0"/>
                  <a:pt x="64604" y="3486"/>
                </a:quadBezTo>
                <a:lnTo>
                  <a:pt x="3486" y="64604"/>
                </a:lnTo>
                <a:quadBezTo>
                  <a:pt x="0" y="67895"/>
                  <a:pt x="138" y="72687"/>
                </a:quadBezTo>
                <a:quadBezTo>
                  <a:pt x="0" y="77478"/>
                  <a:pt x="3486" y="80769"/>
                </a:quadBezTo>
                <a:lnTo>
                  <a:pt x="64604" y="141888"/>
                </a:lnTo>
                <a:quadBezTo>
                  <a:pt x="67895" y="145373"/>
                  <a:pt x="72687" y="145235"/>
                </a:quadBezTo>
                <a:quadBezTo>
                  <a:pt x="77478" y="145373"/>
                  <a:pt x="80769" y="141888"/>
                </a:quadBezTo>
                <a:quadBezTo>
                  <a:pt x="84255" y="138597"/>
                  <a:pt x="84117" y="133805"/>
                </a:quadBezTo>
                <a:quadBezTo>
                  <a:pt x="84255" y="129014"/>
                  <a:pt x="80769" y="125723"/>
                </a:quadBezTo>
                <a:lnTo>
                  <a:pt x="27732" y="726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19100" y="533400"/>
            <a:ext cx="514922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第10集</a:t>
            </a:r>
          </a:p>
        </p:txBody>
      </p:sp>
      <p:sp>
        <p:nvSpPr>
          <p:cNvPr id="19" name="Ellipse"/>
          <p:cNvSpPr/>
          <p:nvPr/>
        </p:nvSpPr>
        <p:spPr>
          <a:xfrm>
            <a:off x="3147219" y="558006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3147219" y="613569"/>
            <a:ext cx="30163" cy="301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3147219" y="669131"/>
            <a:ext cx="30163" cy="301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0" y="3619500"/>
            <a:ext cx="3429000" cy="4381500"/>
          </a:xfrm>
          <a:custGeom>
            <a:avLst/>
            <a:gdLst/>
            <a:ahLst/>
            <a:cxnLst/>
            <a:rect l="0" t="0" r="r" b="b"/>
            <a:pathLst>
              <a:path w="3429000" h="4381500">
                <a:moveTo>
                  <a:pt x="190500" y="0"/>
                </a:moveTo>
                <a:lnTo>
                  <a:pt x="3238500" y="0"/>
                </a:lnTo>
                <a:cubicBezTo>
                  <a:pt x="3343710" y="0"/>
                  <a:pt x="3429000" y="85290"/>
                  <a:pt x="3429000" y="190500"/>
                </a:cubicBezTo>
                <a:lnTo>
                  <a:pt x="3429000" y="4381500"/>
                </a:lnTo>
                <a:cubicBezTo>
                  <a:pt x="3429000" y="4381500"/>
                  <a:pt x="3429000" y="4381500"/>
                  <a:pt x="3429000" y="4381500"/>
                </a:cubicBezTo>
                <a:lnTo>
                  <a:pt x="0" y="4381500"/>
                </a:lnTo>
                <a:cubicBezTo>
                  <a:pt x="0" y="4381500"/>
                  <a:pt x="0" y="4381500"/>
                  <a:pt x="0" y="4381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1710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43050" y="37338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924300"/>
            <a:ext cx="419100" cy="571500"/>
          </a:xfrm>
          <a:prstGeom prst="rect">
            <a:avLst/>
          </a:prstGeom>
        </p:spPr>
      </p:pic>
      <p:sp>
        <p:nvSpPr>
          <p:cNvPr id="25" name="TextBox"/>
          <p:cNvSpPr txBox="1"/>
          <p:nvPr/>
        </p:nvSpPr>
        <p:spPr>
          <a:xfrm>
            <a:off x="685800" y="3943350"/>
            <a:ext cx="1866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85800" y="4191000"/>
            <a:ext cx="7452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第1季 · 全64集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52400" y="46672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简介</a:t>
            </a:r>
          </a:p>
        </p:txBody>
      </p:sp>
      <p:sp>
        <p:nvSpPr>
          <p:cNvPr id="28" name="Rectangle"/>
          <p:cNvSpPr/>
          <p:nvPr/>
        </p:nvSpPr>
        <p:spPr>
          <a:xfrm>
            <a:off x="152400" y="4914900"/>
            <a:ext cx="171450" cy="23813"/>
          </a:xfrm>
          <a:prstGeom prst="roundRect">
            <a:avLst>
              <a:gd name="adj" fmla="val 50000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628650" y="4705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选集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104900" y="47053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系列剧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" y="5048250"/>
            <a:ext cx="30670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63">
                <a:solidFill>
                  <a:srgbClr val="A99C9C"/>
                </a:solidFill>
                <a:latin typeface="Noto Sans SC"/>
                <a:ea typeface="Noto Sans SC"/>
                <a:cs typeface="Noto Sans SC"/>
              </a:rPr>
              <a:t>父亲离世，巨额遗产引发暗潮。继母与兄长步步紧逼，一场意外让她与黑帮老大灵魂互换——身份错位的两人被迫携手破局，在阴谋与心动之间越陷越深，最终揭开遗产背后的真相。</a:t>
            </a:r>
          </a:p>
        </p:txBody>
      </p:sp>
      <p:sp>
        <p:nvSpPr>
          <p:cNvPr id="32" name="Rectangle"/>
          <p:cNvSpPr/>
          <p:nvPr/>
        </p:nvSpPr>
        <p:spPr>
          <a:xfrm>
            <a:off x="152400" y="5486400"/>
            <a:ext cx="35242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228600" y="55149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轻喜</a:t>
            </a:r>
          </a:p>
        </p:txBody>
      </p:sp>
      <p:sp>
        <p:nvSpPr>
          <p:cNvPr id="34" name="Rectangle"/>
          <p:cNvSpPr/>
          <p:nvPr/>
        </p:nvSpPr>
        <p:spPr>
          <a:xfrm>
            <a:off x="609600" y="5486400"/>
            <a:ext cx="552450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685800" y="55149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灵魂互换</a:t>
            </a:r>
          </a:p>
        </p:txBody>
      </p:sp>
      <p:sp>
        <p:nvSpPr>
          <p:cNvPr id="36" name="Rectangle"/>
          <p:cNvSpPr/>
          <p:nvPr/>
        </p:nvSpPr>
        <p:spPr>
          <a:xfrm>
            <a:off x="1219200" y="5486400"/>
            <a:ext cx="65722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1295400" y="5514975"/>
            <a:ext cx="50006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追妻火葬场</a:t>
            </a:r>
          </a:p>
        </p:txBody>
      </p:sp>
      <p:sp>
        <p:nvSpPr>
          <p:cNvPr id="38" name="Rectangle"/>
          <p:cNvSpPr/>
          <p:nvPr/>
        </p:nvSpPr>
        <p:spPr>
          <a:xfrm>
            <a:off x="2019300" y="5486400"/>
            <a:ext cx="352425" cy="200025"/>
          </a:xfrm>
          <a:prstGeom prst="roundRect">
            <a:avLst>
              <a:gd name="adj" fmla="val 42857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2095500" y="5514975"/>
            <a:ext cx="2000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C9BEBE"/>
                </a:solidFill>
                <a:latin typeface="Noto Sans SC"/>
                <a:ea typeface="Noto Sans SC"/>
                <a:cs typeface="Noto Sans SC"/>
              </a:rPr>
              <a:t>都市</a:t>
            </a:r>
          </a:p>
        </p:txBody>
      </p:sp>
      <p:sp>
        <p:nvSpPr>
          <p:cNvPr id="40" name="Rectangle"/>
          <p:cNvSpPr/>
          <p:nvPr/>
        </p:nvSpPr>
        <p:spPr>
          <a:xfrm>
            <a:off x="152400" y="5848350"/>
            <a:ext cx="11239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390650" y="577215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更多好剧推荐</a:t>
            </a:r>
          </a:p>
        </p:txBody>
      </p:sp>
      <p:sp>
        <p:nvSpPr>
          <p:cNvPr id="42" name="Rectangle"/>
          <p:cNvSpPr/>
          <p:nvPr/>
        </p:nvSpPr>
        <p:spPr>
          <a:xfrm>
            <a:off x="2152650" y="5848350"/>
            <a:ext cx="11239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"/>
          <p:cNvPicPr>
            <a:picLocks noChangeAspect="1"/>
          </p:cNvPicPr>
          <p:nvPr/>
        </p:nvPicPr>
        <p:blipFill>
          <a:blip r:embed="rId4"/>
          <a:srcRect l="769" r="769"/>
          <a:stretch>
            <a:fillRect/>
          </a:stretch>
        </p:blipFill>
        <p:spPr>
          <a:xfrm>
            <a:off x="152400" y="6038850"/>
            <a:ext cx="914400" cy="1238250"/>
          </a:xfrm>
          <a:prstGeom prst="rect">
            <a:avLst/>
          </a:prstGeom>
        </p:spPr>
      </p:pic>
      <p:sp>
        <p:nvSpPr>
          <p:cNvPr id="44" name="Rectangle"/>
          <p:cNvSpPr/>
          <p:nvPr/>
        </p:nvSpPr>
        <p:spPr>
          <a:xfrm>
            <a:off x="209550" y="6096000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E647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266700" y="6115050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新剧</a:t>
            </a:r>
          </a:p>
        </p:txBody>
      </p:sp>
      <p:pic>
        <p:nvPicPr>
          <p:cNvPr id="46" name="Image"/>
          <p:cNvPicPr>
            <a:picLocks noChangeAspect="1"/>
          </p:cNvPicPr>
          <p:nvPr/>
        </p:nvPicPr>
        <p:blipFill>
          <a:blip r:embed="rId5"/>
          <a:srcRect l="769" r="769"/>
          <a:stretch>
            <a:fillRect/>
          </a:stretch>
        </p:blipFill>
        <p:spPr>
          <a:xfrm>
            <a:off x="1295400" y="6038850"/>
            <a:ext cx="914400" cy="1238250"/>
          </a:xfrm>
          <a:prstGeom prst="rect">
            <a:avLst/>
          </a:prstGeom>
        </p:spPr>
      </p:pic>
      <p:pic>
        <p:nvPicPr>
          <p:cNvPr id="47" name="Image"/>
          <p:cNvPicPr>
            <a:picLocks noChangeAspect="1"/>
          </p:cNvPicPr>
          <p:nvPr/>
        </p:nvPicPr>
        <p:blipFill>
          <a:blip r:embed="rId6"/>
          <a:srcRect l="769" r="769"/>
          <a:stretch>
            <a:fillRect/>
          </a:stretch>
        </p:blipFill>
        <p:spPr>
          <a:xfrm>
            <a:off x="2438400" y="6038850"/>
            <a:ext cx="914400" cy="1238250"/>
          </a:xfrm>
          <a:prstGeom prst="rect">
            <a:avLst/>
          </a:prstGeom>
        </p:spPr>
      </p:pic>
      <p:sp>
        <p:nvSpPr>
          <p:cNvPr id="48" name="Rectangle"/>
          <p:cNvSpPr/>
          <p:nvPr/>
        </p:nvSpPr>
        <p:spPr>
          <a:xfrm>
            <a:off x="762000" y="7505700"/>
            <a:ext cx="19050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8A3D"/>
              </a:gs>
              <a:gs pos="100000">
                <a:srgbClr val="FF5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1487170" y="7659370"/>
            <a:ext cx="111760" cy="106680"/>
          </a:xfrm>
          <a:custGeom>
            <a:avLst/>
            <a:gdLst/>
            <a:ahLst/>
            <a:cxnLst/>
            <a:rect l="0" t="0" r="r" b="b"/>
            <a:pathLst>
              <a:path w="111760" h="106680">
                <a:moveTo>
                  <a:pt x="55880" y="0"/>
                </a:moveTo>
                <a:lnTo>
                  <a:pt x="73025" y="35560"/>
                </a:lnTo>
                <a:lnTo>
                  <a:pt x="111760" y="40640"/>
                </a:lnTo>
                <a:lnTo>
                  <a:pt x="83185" y="67945"/>
                </a:lnTo>
                <a:lnTo>
                  <a:pt x="90170" y="106045"/>
                </a:lnTo>
                <a:lnTo>
                  <a:pt x="55880" y="88265"/>
                </a:lnTo>
                <a:lnTo>
                  <a:pt x="21590" y="106680"/>
                </a:lnTo>
                <a:lnTo>
                  <a:pt x="28575" y="68580"/>
                </a:lnTo>
                <a:lnTo>
                  <a:pt x="0" y="40640"/>
                </a:lnTo>
                <a:lnTo>
                  <a:pt x="38735" y="35560"/>
                </a:lnTo>
                <a:lnTo>
                  <a:pt x="558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1676400" y="761047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收藏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429000" cy="8953500"/>
          </a:xfrm>
          <a:prstGeom prst="rect">
            <a:avLst/>
          </a:prstGeom>
          <a:solidFill>
            <a:srgbClr val="0B09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228600" y="123825"/>
            <a:ext cx="2864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4" name="Rectangle"/>
          <p:cNvSpPr/>
          <p:nvPr/>
        </p:nvSpPr>
        <p:spPr>
          <a:xfrm>
            <a:off x="2565400" y="222250"/>
            <a:ext cx="22860" cy="444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2600325" y="203200"/>
            <a:ext cx="22860" cy="635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635250" y="184150"/>
            <a:ext cx="22860" cy="8255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670175" y="165100"/>
            <a:ext cx="22860" cy="101600"/>
          </a:xfrm>
          <a:prstGeom prst="roundRect">
            <a:avLst>
              <a:gd name="adj" fmla="val 41666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2776589" y="165716"/>
            <a:ext cx="123722" cy="39021"/>
          </a:xfrm>
          <a:custGeom>
            <a:avLst/>
            <a:gdLst/>
            <a:ahLst/>
            <a:cxnLst/>
            <a:rect l="0" t="0" r="r" b="b"/>
            <a:pathLst>
              <a:path w="123722" h="39021">
                <a:moveTo>
                  <a:pt x="61861" y="0"/>
                </a:moveTo>
                <a:quadBezTo>
                  <a:pt x="29848" y="0"/>
                  <a:pt x="4614" y="19701"/>
                </a:quadBezTo>
                <a:quadBezTo>
                  <a:pt x="1074" y="22304"/>
                  <a:pt x="662" y="26679"/>
                </a:quadBezTo>
                <a:quadBezTo>
                  <a:pt x="0" y="31023"/>
                  <a:pt x="2803" y="34407"/>
                </a:quadBezTo>
                <a:quadBezTo>
                  <a:pt x="5406" y="37947"/>
                  <a:pt x="9781" y="38358"/>
                </a:quadBezTo>
                <a:quadBezTo>
                  <a:pt x="14125" y="39021"/>
                  <a:pt x="17509" y="36218"/>
                </a:quadBezTo>
                <a:quadBezTo>
                  <a:pt x="37059" y="20955"/>
                  <a:pt x="61861" y="20955"/>
                </a:quadBezTo>
                <a:quadBezTo>
                  <a:pt x="86664" y="20955"/>
                  <a:pt x="106214" y="36218"/>
                </a:quadBezTo>
                <a:quadBezTo>
                  <a:pt x="109598" y="39021"/>
                  <a:pt x="113942" y="38358"/>
                </a:quadBezTo>
                <a:quadBezTo>
                  <a:pt x="118317" y="37947"/>
                  <a:pt x="120920" y="34407"/>
                </a:quadBezTo>
                <a:quadBezTo>
                  <a:pt x="123722" y="31023"/>
                  <a:pt x="123060" y="26679"/>
                </a:quadBezTo>
                <a:quadBezTo>
                  <a:pt x="122649" y="22304"/>
                  <a:pt x="119109" y="19701"/>
                </a:quadBezTo>
                <a:quadBezTo>
                  <a:pt x="93875" y="0"/>
                  <a:pt x="61861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795541" y="195097"/>
            <a:ext cx="85818" cy="31962"/>
          </a:xfrm>
          <a:custGeom>
            <a:avLst/>
            <a:gdLst/>
            <a:ahLst/>
            <a:cxnLst/>
            <a:rect l="0" t="0" r="r" b="b"/>
            <a:pathLst>
              <a:path w="85818" h="31962">
                <a:moveTo>
                  <a:pt x="42909" y="0"/>
                </a:moveTo>
                <a:quadBezTo>
                  <a:pt x="21947" y="0"/>
                  <a:pt x="4996" y="12330"/>
                </a:quadBezTo>
                <a:quadBezTo>
                  <a:pt x="1369" y="14812"/>
                  <a:pt x="810" y="19170"/>
                </a:quadBezTo>
                <a:quadBezTo>
                  <a:pt x="0" y="23489"/>
                  <a:pt x="2686" y="26967"/>
                </a:quadBezTo>
                <a:quadBezTo>
                  <a:pt x="5167" y="30593"/>
                  <a:pt x="9526" y="31153"/>
                </a:quadBezTo>
                <a:quadBezTo>
                  <a:pt x="13845" y="31962"/>
                  <a:pt x="17322" y="29277"/>
                </a:quadBezTo>
                <a:quadBezTo>
                  <a:pt x="28762" y="20955"/>
                  <a:pt x="42909" y="20955"/>
                </a:quadBezTo>
                <a:quadBezTo>
                  <a:pt x="57056" y="20955"/>
                  <a:pt x="68496" y="29277"/>
                </a:quadBezTo>
                <a:quadBezTo>
                  <a:pt x="71973" y="31962"/>
                  <a:pt x="76292" y="31153"/>
                </a:quadBezTo>
                <a:quadBezTo>
                  <a:pt x="80651" y="30593"/>
                  <a:pt x="83132" y="26967"/>
                </a:quadBezTo>
                <a:quadBezTo>
                  <a:pt x="85818" y="23489"/>
                  <a:pt x="85008" y="19170"/>
                </a:quadBezTo>
                <a:quadBezTo>
                  <a:pt x="84449" y="14812"/>
                  <a:pt x="80822" y="12330"/>
                </a:quadBezTo>
                <a:quadBezTo>
                  <a:pt x="63871" y="0"/>
                  <a:pt x="42909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2814371" y="224245"/>
            <a:ext cx="48159" cy="25260"/>
          </a:xfrm>
          <a:custGeom>
            <a:avLst/>
            <a:gdLst/>
            <a:ahLst/>
            <a:cxnLst/>
            <a:rect l="0" t="0" r="r" b="b"/>
            <a:pathLst>
              <a:path w="48159" h="25260">
                <a:moveTo>
                  <a:pt x="24079" y="0"/>
                </a:moveTo>
                <a:quadBezTo>
                  <a:pt x="14466" y="0"/>
                  <a:pt x="6141" y="4807"/>
                </a:quadBezTo>
                <a:quadBezTo>
                  <a:pt x="2274" y="6893"/>
                  <a:pt x="1259" y="11169"/>
                </a:quadBezTo>
                <a:quadBezTo>
                  <a:pt x="0" y="15379"/>
                  <a:pt x="2306" y="19119"/>
                </a:quadBezTo>
                <a:quadBezTo>
                  <a:pt x="4392" y="22986"/>
                  <a:pt x="8668" y="24001"/>
                </a:quadBezTo>
                <a:quadBezTo>
                  <a:pt x="12878" y="25260"/>
                  <a:pt x="16618" y="22954"/>
                </a:quadBezTo>
                <a:quadBezTo>
                  <a:pt x="20081" y="20955"/>
                  <a:pt x="24079" y="20955"/>
                </a:quadBezTo>
                <a:quadBezTo>
                  <a:pt x="28078" y="20955"/>
                  <a:pt x="31541" y="22954"/>
                </a:quadBezTo>
                <a:quadBezTo>
                  <a:pt x="35281" y="25260"/>
                  <a:pt x="39491" y="24001"/>
                </a:quadBezTo>
                <a:quadBezTo>
                  <a:pt x="43767" y="22986"/>
                  <a:pt x="45853" y="19119"/>
                </a:quadBezTo>
                <a:quadBezTo>
                  <a:pt x="48159" y="15379"/>
                  <a:pt x="46900" y="11169"/>
                </a:quadBezTo>
                <a:quadBezTo>
                  <a:pt x="45885" y="6893"/>
                  <a:pt x="42018" y="4807"/>
                </a:quadBezTo>
                <a:quadBezTo>
                  <a:pt x="33693" y="0"/>
                  <a:pt x="24079" y="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2828290" y="247015"/>
            <a:ext cx="20320" cy="2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2975610" y="156482"/>
            <a:ext cx="190500" cy="106136"/>
          </a:xfrm>
          <a:prstGeom prst="roundRect">
            <a:avLst>
              <a:gd name="adj" fmla="val 31410"/>
            </a:avLst>
          </a:prstGeom>
          <a:noFill/>
          <a:ln w="9525">
            <a:solidFill>
              <a:srgbClr val="FFFFFF">
                <a:alpha val="4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987040" y="168729"/>
            <a:ext cx="144780" cy="81643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3181350" y="189139"/>
            <a:ext cx="14370" cy="40821"/>
          </a:xfrm>
          <a:custGeom>
            <a:avLst/>
            <a:gdLst/>
            <a:ahLst/>
            <a:cxnLst/>
            <a:rect l="0" t="0" r="r" b="b"/>
            <a:pathLst>
              <a:path w="14370" h="40821">
                <a:moveTo>
                  <a:pt x="0" y="0"/>
                </a:moveTo>
                <a:lnTo>
                  <a:pt x="0" y="40821"/>
                </a:lnTo>
                <a:cubicBezTo>
                  <a:pt x="4253" y="39520"/>
                  <a:pt x="7711" y="36977"/>
                  <a:pt x="10375" y="33194"/>
                </a:cubicBezTo>
                <a:cubicBezTo>
                  <a:pt x="13038" y="29411"/>
                  <a:pt x="14370" y="25150"/>
                  <a:pt x="14370" y="20411"/>
                </a:cubicBezTo>
                <a:cubicBezTo>
                  <a:pt x="14370" y="15672"/>
                  <a:pt x="13038" y="11411"/>
                  <a:pt x="10375" y="7627"/>
                </a:cubicBezTo>
                <a:cubicBezTo>
                  <a:pt x="7711" y="3844"/>
                  <a:pt x="4253" y="1302"/>
                  <a:pt x="0" y="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403475" y="554038"/>
            <a:ext cx="146050" cy="111125"/>
          </a:xfrm>
          <a:prstGeom prst="roundRect">
            <a:avLst>
              <a:gd name="adj" fmla="val 25714"/>
            </a:avLst>
          </a:prstGeom>
          <a:noFill/>
          <a:ln w="17145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2403815" y="564696"/>
            <a:ext cx="145371" cy="61450"/>
          </a:xfrm>
          <a:custGeom>
            <a:avLst/>
            <a:gdLst/>
            <a:ahLst/>
            <a:cxnLst/>
            <a:rect l="0" t="0" r="r" b="b"/>
            <a:pathLst>
              <a:path w="145371" h="61450">
                <a:moveTo>
                  <a:pt x="72685" y="42439"/>
                </a:moveTo>
                <a:lnTo>
                  <a:pt x="14042" y="2121"/>
                </a:lnTo>
                <a:quadBezTo>
                  <a:pt x="11139" y="0"/>
                  <a:pt x="7624" y="756"/>
                </a:quadBezTo>
                <a:quadBezTo>
                  <a:pt x="4072" y="1309"/>
                  <a:pt x="2121" y="4329"/>
                </a:quadBezTo>
                <a:quadBezTo>
                  <a:pt x="0" y="7231"/>
                  <a:pt x="756" y="10746"/>
                </a:quadBezTo>
                <a:quadBezTo>
                  <a:pt x="1309" y="14299"/>
                  <a:pt x="4329" y="16249"/>
                </a:quadBezTo>
                <a:lnTo>
                  <a:pt x="67829" y="59906"/>
                </a:lnTo>
                <a:quadBezTo>
                  <a:pt x="70012" y="61450"/>
                  <a:pt x="72685" y="61414"/>
                </a:quadBezTo>
                <a:quadBezTo>
                  <a:pt x="75359" y="61450"/>
                  <a:pt x="77542" y="59906"/>
                </a:quadBezTo>
                <a:lnTo>
                  <a:pt x="141042" y="16249"/>
                </a:lnTo>
                <a:quadBezTo>
                  <a:pt x="144062" y="14299"/>
                  <a:pt x="144614" y="10746"/>
                </a:quadBezTo>
                <a:quadBezTo>
                  <a:pt x="145371" y="7231"/>
                  <a:pt x="143249" y="4329"/>
                </a:quadBezTo>
                <a:quadBezTo>
                  <a:pt x="141299" y="1309"/>
                  <a:pt x="137746" y="756"/>
                </a:quadBezTo>
                <a:quadBezTo>
                  <a:pt x="134231" y="0"/>
                  <a:pt x="131329" y="2121"/>
                </a:quadBezTo>
                <a:lnTo>
                  <a:pt x="72685" y="424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2628900" y="514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消息</a:t>
            </a:r>
          </a:p>
        </p:txBody>
      </p:sp>
      <p:sp>
        <p:nvSpPr>
          <p:cNvPr id="18" name="Rectangle"/>
          <p:cNvSpPr/>
          <p:nvPr/>
        </p:nvSpPr>
        <p:spPr>
          <a:xfrm>
            <a:off x="2514600" y="457200"/>
            <a:ext cx="142875" cy="142875"/>
          </a:xfrm>
          <a:prstGeom prst="roundRect">
            <a:avLst>
              <a:gd name="adj" fmla="val 50000"/>
            </a:avLst>
          </a:prstGeom>
          <a:solidFill>
            <a:srgbClr val="E647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2571750" y="476250"/>
            <a:ext cx="36961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0" name="Path"/>
          <p:cNvSpPr/>
          <p:nvPr/>
        </p:nvSpPr>
        <p:spPr>
          <a:xfrm>
            <a:off x="3089160" y="560273"/>
            <a:ext cx="146280" cy="98655"/>
          </a:xfrm>
          <a:custGeom>
            <a:avLst/>
            <a:gdLst/>
            <a:ahLst/>
            <a:cxnLst/>
            <a:rect l="0" t="0" r="r" b="b"/>
            <a:pathLst>
              <a:path w="146280" h="98655">
                <a:moveTo>
                  <a:pt x="136640" y="115"/>
                </a:moveTo>
                <a:lnTo>
                  <a:pt x="9640" y="115"/>
                </a:lnTo>
                <a:quadBezTo>
                  <a:pt x="5647" y="0"/>
                  <a:pt x="2905" y="2905"/>
                </a:quadBezTo>
                <a:quadBezTo>
                  <a:pt x="0" y="5647"/>
                  <a:pt x="115" y="9640"/>
                </a:quadBezTo>
                <a:quadBezTo>
                  <a:pt x="0" y="13633"/>
                  <a:pt x="2905" y="16375"/>
                </a:quadBezTo>
                <a:quadBezTo>
                  <a:pt x="5647" y="19280"/>
                  <a:pt x="9640" y="19165"/>
                </a:quadBezTo>
                <a:lnTo>
                  <a:pt x="136640" y="19165"/>
                </a:lnTo>
                <a:quadBezTo>
                  <a:pt x="140633" y="19280"/>
                  <a:pt x="143375" y="16375"/>
                </a:quadBezTo>
                <a:quadBezTo>
                  <a:pt x="146280" y="13633"/>
                  <a:pt x="146165" y="9640"/>
                </a:quadBezTo>
                <a:quadBezTo>
                  <a:pt x="146280" y="5647"/>
                  <a:pt x="143375" y="2905"/>
                </a:quadBezTo>
                <a:quadBezTo>
                  <a:pt x="140633" y="0"/>
                  <a:pt x="136640" y="115"/>
                </a:quadBezTo>
                <a:close/>
                <a:moveTo>
                  <a:pt x="136640" y="39802"/>
                </a:moveTo>
                <a:lnTo>
                  <a:pt x="9640" y="39802"/>
                </a:lnTo>
                <a:quadBezTo>
                  <a:pt x="5647" y="39687"/>
                  <a:pt x="2905" y="42592"/>
                </a:quadBezTo>
                <a:quadBezTo>
                  <a:pt x="0" y="45334"/>
                  <a:pt x="115" y="49327"/>
                </a:quadBezTo>
                <a:quadBezTo>
                  <a:pt x="0" y="53320"/>
                  <a:pt x="2905" y="56063"/>
                </a:quadBezTo>
                <a:quadBezTo>
                  <a:pt x="5647" y="58967"/>
                  <a:pt x="9640" y="58852"/>
                </a:quadBezTo>
                <a:lnTo>
                  <a:pt x="136640" y="58852"/>
                </a:lnTo>
                <a:quadBezTo>
                  <a:pt x="140633" y="58967"/>
                  <a:pt x="143375" y="56063"/>
                </a:quadBezTo>
                <a:quadBezTo>
                  <a:pt x="146280" y="53320"/>
                  <a:pt x="146165" y="49327"/>
                </a:quadBezTo>
                <a:quadBezTo>
                  <a:pt x="146280" y="45334"/>
                  <a:pt x="143375" y="42592"/>
                </a:quadBezTo>
                <a:quadBezTo>
                  <a:pt x="140633" y="39687"/>
                  <a:pt x="136640" y="39802"/>
                </a:quadBezTo>
                <a:close/>
                <a:moveTo>
                  <a:pt x="136640" y="79490"/>
                </a:moveTo>
                <a:lnTo>
                  <a:pt x="9640" y="79490"/>
                </a:lnTo>
                <a:quadBezTo>
                  <a:pt x="5647" y="79375"/>
                  <a:pt x="2905" y="82280"/>
                </a:quadBezTo>
                <a:quadBezTo>
                  <a:pt x="0" y="85022"/>
                  <a:pt x="115" y="89015"/>
                </a:quadBezTo>
                <a:quadBezTo>
                  <a:pt x="0" y="93008"/>
                  <a:pt x="2905" y="95750"/>
                </a:quadBezTo>
                <a:quadBezTo>
                  <a:pt x="5647" y="98655"/>
                  <a:pt x="9640" y="98540"/>
                </a:quadBezTo>
                <a:lnTo>
                  <a:pt x="136640" y="98540"/>
                </a:lnTo>
                <a:quadBezTo>
                  <a:pt x="140633" y="98655"/>
                  <a:pt x="143375" y="95750"/>
                </a:quadBezTo>
                <a:quadBezTo>
                  <a:pt x="146280" y="93008"/>
                  <a:pt x="146165" y="89015"/>
                </a:quadBezTo>
                <a:quadBezTo>
                  <a:pt x="146280" y="85022"/>
                  <a:pt x="143375" y="82280"/>
                </a:quadBezTo>
                <a:quadBezTo>
                  <a:pt x="140633" y="79375"/>
                  <a:pt x="136640" y="7949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52400" y="914400"/>
            <a:ext cx="533400" cy="533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D8C"/>
              </a:gs>
              <a:gs pos="100000">
                <a:srgbClr val="FF7A45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323850" y="1057275"/>
            <a:ext cx="19747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M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819150" y="952500"/>
            <a:ext cx="9715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爱追剧的橘子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819150" y="1219200"/>
            <a:ext cx="11716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63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MiniTV号：1005816648</a:t>
            </a:r>
          </a:p>
        </p:txBody>
      </p:sp>
      <p:sp>
        <p:nvSpPr>
          <p:cNvPr id="25" name="Rectangle"/>
          <p:cNvSpPr/>
          <p:nvPr/>
        </p:nvSpPr>
        <p:spPr>
          <a:xfrm>
            <a:off x="2310805" y="1272580"/>
            <a:ext cx="59333" cy="59333"/>
          </a:xfrm>
          <a:prstGeom prst="roundRect">
            <a:avLst>
              <a:gd name="adj" fmla="val 3852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2281973" y="1248908"/>
            <a:ext cx="73141" cy="73141"/>
          </a:xfrm>
          <a:custGeom>
            <a:avLst/>
            <a:gdLst/>
            <a:ahLst/>
            <a:cxnLst/>
            <a:rect l="0" t="0" r="r" b="b"/>
            <a:pathLst>
              <a:path w="73141" h="73141">
                <a:moveTo>
                  <a:pt x="16965" y="16290"/>
                </a:moveTo>
                <a:lnTo>
                  <a:pt x="64947" y="16290"/>
                </a:lnTo>
                <a:quadBezTo>
                  <a:pt x="68341" y="16388"/>
                  <a:pt x="70672" y="13919"/>
                </a:quadBezTo>
                <a:quadBezTo>
                  <a:pt x="73141" y="11588"/>
                  <a:pt x="73043" y="8194"/>
                </a:quadBezTo>
                <a:quadBezTo>
                  <a:pt x="73141" y="4800"/>
                  <a:pt x="70672" y="2469"/>
                </a:quadBezTo>
                <a:quadBezTo>
                  <a:pt x="68341" y="0"/>
                  <a:pt x="64947" y="98"/>
                </a:quadBezTo>
                <a:lnTo>
                  <a:pt x="16965" y="98"/>
                </a:lnTo>
                <a:quadBezTo>
                  <a:pt x="9978" y="98"/>
                  <a:pt x="5038" y="5038"/>
                </a:quadBezTo>
                <a:quadBezTo>
                  <a:pt x="98" y="9978"/>
                  <a:pt x="98" y="16965"/>
                </a:quadBezTo>
                <a:lnTo>
                  <a:pt x="98" y="64947"/>
                </a:lnTo>
                <a:quadBezTo>
                  <a:pt x="0" y="68341"/>
                  <a:pt x="2469" y="70672"/>
                </a:quadBezTo>
                <a:quadBezTo>
                  <a:pt x="4800" y="73141"/>
                  <a:pt x="8194" y="73043"/>
                </a:quadBezTo>
                <a:quadBezTo>
                  <a:pt x="11588" y="73141"/>
                  <a:pt x="13919" y="70672"/>
                </a:quadBezTo>
                <a:quadBezTo>
                  <a:pt x="16388" y="68341"/>
                  <a:pt x="16290" y="64947"/>
                </a:quadBezTo>
                <a:lnTo>
                  <a:pt x="16290" y="16965"/>
                </a:lnTo>
                <a:quadBezTo>
                  <a:pt x="16290" y="16685"/>
                  <a:pt x="16488" y="16488"/>
                </a:quadBezTo>
                <a:quadBezTo>
                  <a:pt x="16685" y="16290"/>
                  <a:pt x="16965" y="16290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209550" y="1600200"/>
            <a:ext cx="10444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8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52400" y="18192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关注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971550" y="1600200"/>
            <a:ext cx="101124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14400" y="18192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粉丝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695450" y="1600200"/>
            <a:ext cx="172994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16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676400" y="18192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获赞</a:t>
            </a:r>
          </a:p>
        </p:txBody>
      </p:sp>
      <p:sp>
        <p:nvSpPr>
          <p:cNvPr id="33" name="Rectangle"/>
          <p:cNvSpPr/>
          <p:nvPr/>
        </p:nvSpPr>
        <p:spPr>
          <a:xfrm>
            <a:off x="2438400" y="1619250"/>
            <a:ext cx="8382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2619375" y="169545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编辑资料</a:t>
            </a:r>
          </a:p>
        </p:txBody>
      </p:sp>
      <p:sp>
        <p:nvSpPr>
          <p:cNvPr id="35" name="Ellipse"/>
          <p:cNvSpPr/>
          <p:nvPr/>
        </p:nvSpPr>
        <p:spPr>
          <a:xfrm>
            <a:off x="342900" y="2238375"/>
            <a:ext cx="171450" cy="171450"/>
          </a:xfrm>
          <a:prstGeom prst="ellipse">
            <a:avLst/>
          </a:prstGeom>
          <a:noFill/>
          <a:ln w="16193">
            <a:solidFill>
              <a:srgbClr val="E8E2E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Path"/>
          <p:cNvSpPr/>
          <p:nvPr/>
        </p:nvSpPr>
        <p:spPr>
          <a:xfrm>
            <a:off x="420431" y="2270186"/>
            <a:ext cx="49362" cy="81747"/>
          </a:xfrm>
          <a:custGeom>
            <a:avLst/>
            <a:gdLst/>
            <a:ahLst/>
            <a:cxnLst/>
            <a:rect l="0" t="0" r="r" b="b"/>
            <a:pathLst>
              <a:path w="49362" h="81747">
                <a:moveTo>
                  <a:pt x="16290" y="49283"/>
                </a:moveTo>
                <a:lnTo>
                  <a:pt x="16290" y="8194"/>
                </a:lnTo>
                <a:quadBezTo>
                  <a:pt x="16388" y="4800"/>
                  <a:pt x="13919" y="2469"/>
                </a:quadBezTo>
                <a:quadBezTo>
                  <a:pt x="11588" y="0"/>
                  <a:pt x="8194" y="98"/>
                </a:quadBezTo>
                <a:quadBezTo>
                  <a:pt x="4800" y="0"/>
                  <a:pt x="2469" y="2469"/>
                </a:quadBezTo>
                <a:quadBezTo>
                  <a:pt x="0" y="4800"/>
                  <a:pt x="98" y="8194"/>
                </a:quadBezTo>
                <a:lnTo>
                  <a:pt x="98" y="53914"/>
                </a:lnTo>
                <a:lnTo>
                  <a:pt x="98" y="58545"/>
                </a:lnTo>
                <a:lnTo>
                  <a:pt x="36474" y="79942"/>
                </a:lnTo>
                <a:quadBezTo>
                  <a:pt x="39350" y="81747"/>
                  <a:pt x="42611" y="80801"/>
                </a:quadBezTo>
                <a:quadBezTo>
                  <a:pt x="45921" y="80044"/>
                  <a:pt x="47557" y="77069"/>
                </a:quadBezTo>
                <a:quadBezTo>
                  <a:pt x="49362" y="74193"/>
                  <a:pt x="48416" y="70932"/>
                </a:quadBezTo>
                <a:quadBezTo>
                  <a:pt x="47659" y="67622"/>
                  <a:pt x="44684" y="65986"/>
                </a:quadBezTo>
                <a:lnTo>
                  <a:pt x="16290" y="49283"/>
                </a:lnTo>
                <a:close/>
              </a:path>
            </a:pathLst>
          </a:cu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180975" y="24669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观看历史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238125" y="26765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E6464"/>
                </a:solidFill>
                <a:latin typeface="Noto Sans SC"/>
                <a:ea typeface="Noto Sans SC"/>
                <a:cs typeface="Noto Sans SC"/>
              </a:rPr>
              <a:t>继续观看</a:t>
            </a:r>
          </a:p>
        </p:txBody>
      </p:sp>
      <p:sp>
        <p:nvSpPr>
          <p:cNvPr id="39" name="Path"/>
          <p:cNvSpPr/>
          <p:nvPr/>
        </p:nvSpPr>
        <p:spPr>
          <a:xfrm>
            <a:off x="1211006" y="2235041"/>
            <a:ext cx="149642" cy="183556"/>
          </a:xfrm>
          <a:custGeom>
            <a:avLst/>
            <a:gdLst/>
            <a:ahLst/>
            <a:cxnLst/>
            <a:rect l="0" t="0" r="r" b="b"/>
            <a:pathLst>
              <a:path w="149642" h="183556">
                <a:moveTo>
                  <a:pt x="132019" y="0"/>
                </a:moveTo>
                <a:quadBezTo>
                  <a:pt x="139318" y="0"/>
                  <a:pt x="144479" y="5161"/>
                </a:quadBezTo>
                <a:quadBezTo>
                  <a:pt x="149640" y="10322"/>
                  <a:pt x="149640" y="17621"/>
                </a:quadBezTo>
                <a:lnTo>
                  <a:pt x="149640" y="174784"/>
                </a:lnTo>
                <a:quadBezTo>
                  <a:pt x="149642" y="175884"/>
                  <a:pt x="149346" y="176945"/>
                </a:quadBezTo>
                <a:quadBezTo>
                  <a:pt x="149054" y="178006"/>
                  <a:pt x="148486" y="178949"/>
                </a:quadBezTo>
                <a:quadBezTo>
                  <a:pt x="146824" y="181910"/>
                  <a:pt x="143508" y="182638"/>
                </a:quadBezTo>
                <a:quadBezTo>
                  <a:pt x="140239" y="183556"/>
                  <a:pt x="137378" y="181726"/>
                </a:quadBezTo>
                <a:lnTo>
                  <a:pt x="74869" y="144221"/>
                </a:lnTo>
                <a:lnTo>
                  <a:pt x="12359" y="181726"/>
                </a:lnTo>
                <a:quadBezTo>
                  <a:pt x="11416" y="182294"/>
                  <a:pt x="10355" y="182586"/>
                </a:quadBezTo>
                <a:quadBezTo>
                  <a:pt x="9295" y="182881"/>
                  <a:pt x="8194" y="182880"/>
                </a:quadBezTo>
                <a:quadBezTo>
                  <a:pt x="4800" y="182978"/>
                  <a:pt x="2469" y="180509"/>
                </a:quadBezTo>
                <a:quadBezTo>
                  <a:pt x="0" y="178178"/>
                  <a:pt x="98" y="174784"/>
                </a:quadBezTo>
                <a:lnTo>
                  <a:pt x="98" y="17621"/>
                </a:lnTo>
                <a:quadBezTo>
                  <a:pt x="98" y="10322"/>
                  <a:pt x="5259" y="5161"/>
                </a:quadBezTo>
                <a:quadBezTo>
                  <a:pt x="10420" y="0"/>
                  <a:pt x="17719" y="0"/>
                </a:quadBezTo>
                <a:lnTo>
                  <a:pt x="132019" y="0"/>
                </a:lnTo>
                <a:close/>
                <a:moveTo>
                  <a:pt x="132019" y="16193"/>
                </a:moveTo>
                <a:lnTo>
                  <a:pt x="17719" y="16193"/>
                </a:lnTo>
                <a:quadBezTo>
                  <a:pt x="17127" y="16193"/>
                  <a:pt x="16709" y="16611"/>
                </a:quadBezTo>
                <a:quadBezTo>
                  <a:pt x="16290" y="17029"/>
                  <a:pt x="16290" y="17621"/>
                </a:quadBezTo>
                <a:lnTo>
                  <a:pt x="16290" y="160484"/>
                </a:lnTo>
                <a:lnTo>
                  <a:pt x="70703" y="127836"/>
                </a:lnTo>
                <a:quadBezTo>
                  <a:pt x="72620" y="126661"/>
                  <a:pt x="74869" y="126682"/>
                </a:quadBezTo>
                <a:quadBezTo>
                  <a:pt x="77117" y="126661"/>
                  <a:pt x="79034" y="127836"/>
                </a:quadBezTo>
                <a:lnTo>
                  <a:pt x="133448" y="160484"/>
                </a:lnTo>
                <a:lnTo>
                  <a:pt x="133448" y="17621"/>
                </a:lnTo>
                <a:quadBezTo>
                  <a:pt x="133448" y="17029"/>
                  <a:pt x="133029" y="16611"/>
                </a:quadBezTo>
                <a:quadBezTo>
                  <a:pt x="132611" y="16193"/>
                  <a:pt x="132019" y="16193"/>
                </a:quadBezTo>
                <a:close/>
              </a:path>
            </a:pathLst>
          </a:cu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038225" y="24669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我的追剧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114425" y="2676525"/>
            <a:ext cx="33861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E6464"/>
                </a:solidFill>
                <a:latin typeface="Noto Sans SC"/>
                <a:ea typeface="Noto Sans SC"/>
                <a:cs typeface="Noto Sans SC"/>
              </a:rPr>
              <a:t>2部更新</a:t>
            </a:r>
          </a:p>
        </p:txBody>
      </p:sp>
      <p:sp>
        <p:nvSpPr>
          <p:cNvPr id="42" name="Ellipse"/>
          <p:cNvSpPr/>
          <p:nvPr/>
        </p:nvSpPr>
        <p:spPr>
          <a:xfrm>
            <a:off x="2047875" y="2228850"/>
            <a:ext cx="190500" cy="190500"/>
          </a:xfrm>
          <a:prstGeom prst="ellipse">
            <a:avLst/>
          </a:prstGeom>
          <a:solidFill>
            <a:srgbClr val="F7B7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Ellipse"/>
          <p:cNvSpPr/>
          <p:nvPr/>
        </p:nvSpPr>
        <p:spPr>
          <a:xfrm>
            <a:off x="2070735" y="2251710"/>
            <a:ext cx="144780" cy="144780"/>
          </a:xfrm>
          <a:prstGeom prst="ellipse">
            <a:avLst/>
          </a:prstGeom>
          <a:solidFill>
            <a:srgbClr val="FFD2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Path"/>
          <p:cNvSpPr/>
          <p:nvPr/>
        </p:nvSpPr>
        <p:spPr>
          <a:xfrm>
            <a:off x="2116455" y="2274570"/>
            <a:ext cx="49530" cy="99060"/>
          </a:xfrm>
          <a:custGeom>
            <a:avLst/>
            <a:gdLst/>
            <a:ahLst/>
            <a:cxnLst/>
            <a:rect l="0" t="0" r="r" b="b"/>
            <a:pathLst>
              <a:path w="49530" h="99060">
                <a:moveTo>
                  <a:pt x="32385" y="0"/>
                </a:moveTo>
                <a:lnTo>
                  <a:pt x="0" y="53340"/>
                </a:lnTo>
                <a:lnTo>
                  <a:pt x="24765" y="53340"/>
                </a:lnTo>
                <a:lnTo>
                  <a:pt x="15240" y="99060"/>
                </a:lnTo>
                <a:lnTo>
                  <a:pt x="49530" y="41910"/>
                </a:lnTo>
                <a:lnTo>
                  <a:pt x="23813" y="41910"/>
                </a:lnTo>
                <a:lnTo>
                  <a:pt x="32385" y="0"/>
                </a:lnTo>
                <a:close/>
              </a:path>
            </a:pathLst>
          </a:cu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1895475" y="24669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金币收益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52625" y="26765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E6464"/>
                </a:solidFill>
                <a:latin typeface="Noto Sans SC"/>
                <a:ea typeface="Noto Sans SC"/>
                <a:cs typeface="Noto Sans SC"/>
              </a:rPr>
              <a:t>查看明细</a:t>
            </a:r>
          </a:p>
        </p:txBody>
      </p:sp>
      <p:sp>
        <p:nvSpPr>
          <p:cNvPr id="47" name="Rectangle"/>
          <p:cNvSpPr/>
          <p:nvPr/>
        </p:nvSpPr>
        <p:spPr>
          <a:xfrm>
            <a:off x="2919413" y="2257425"/>
            <a:ext cx="161925" cy="147638"/>
          </a:xfrm>
          <a:prstGeom prst="roundRect">
            <a:avLst>
              <a:gd name="adj" fmla="val 19354"/>
            </a:avLst>
          </a:prstGeom>
          <a:noFill/>
          <a:ln w="16193">
            <a:solidFill>
              <a:srgbClr val="E8E2E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2911219" y="2230181"/>
            <a:ext cx="178313" cy="83063"/>
          </a:xfrm>
          <a:custGeom>
            <a:avLst/>
            <a:gdLst/>
            <a:ahLst/>
            <a:cxnLst/>
            <a:rect l="0" t="0" r="r" b="b"/>
            <a:pathLst>
              <a:path w="178313" h="83063">
                <a:moveTo>
                  <a:pt x="59153" y="46294"/>
                </a:moveTo>
                <a:lnTo>
                  <a:pt x="59153" y="8194"/>
                </a:lnTo>
                <a:quadBezTo>
                  <a:pt x="59250" y="4800"/>
                  <a:pt x="56781" y="2469"/>
                </a:quadBezTo>
                <a:quadBezTo>
                  <a:pt x="54450" y="0"/>
                  <a:pt x="51056" y="98"/>
                </a:quadBezTo>
                <a:quadBezTo>
                  <a:pt x="47662" y="0"/>
                  <a:pt x="45332" y="2469"/>
                </a:quadBezTo>
                <a:quadBezTo>
                  <a:pt x="42863" y="4800"/>
                  <a:pt x="42960" y="8194"/>
                </a:quadBezTo>
                <a:lnTo>
                  <a:pt x="42960" y="46294"/>
                </a:lnTo>
                <a:quadBezTo>
                  <a:pt x="42863" y="49688"/>
                  <a:pt x="45332" y="52019"/>
                </a:quadBezTo>
                <a:quadBezTo>
                  <a:pt x="47662" y="54488"/>
                  <a:pt x="51056" y="54390"/>
                </a:quadBezTo>
                <a:quadBezTo>
                  <a:pt x="54450" y="54488"/>
                  <a:pt x="56781" y="52019"/>
                </a:quadBezTo>
                <a:quadBezTo>
                  <a:pt x="59250" y="49688"/>
                  <a:pt x="59153" y="46294"/>
                </a:quadBezTo>
                <a:close/>
                <a:moveTo>
                  <a:pt x="135353" y="46294"/>
                </a:moveTo>
                <a:lnTo>
                  <a:pt x="135353" y="8194"/>
                </a:lnTo>
                <a:quadBezTo>
                  <a:pt x="135450" y="4800"/>
                  <a:pt x="132981" y="2469"/>
                </a:quadBezTo>
                <a:quadBezTo>
                  <a:pt x="130650" y="0"/>
                  <a:pt x="127256" y="98"/>
                </a:quadBezTo>
                <a:quadBezTo>
                  <a:pt x="123862" y="0"/>
                  <a:pt x="121532" y="2469"/>
                </a:quadBezTo>
                <a:quadBezTo>
                  <a:pt x="119063" y="4800"/>
                  <a:pt x="119160" y="8194"/>
                </a:quadBezTo>
                <a:lnTo>
                  <a:pt x="119160" y="46294"/>
                </a:lnTo>
                <a:quadBezTo>
                  <a:pt x="119063" y="49688"/>
                  <a:pt x="121532" y="52019"/>
                </a:quadBezTo>
                <a:quadBezTo>
                  <a:pt x="123862" y="54488"/>
                  <a:pt x="127256" y="54390"/>
                </a:quadBezTo>
                <a:quadBezTo>
                  <a:pt x="130650" y="54488"/>
                  <a:pt x="132981" y="52019"/>
                </a:quadBezTo>
                <a:quadBezTo>
                  <a:pt x="135450" y="49688"/>
                  <a:pt x="135353" y="46294"/>
                </a:quadBezTo>
                <a:close/>
                <a:moveTo>
                  <a:pt x="170119" y="66773"/>
                </a:moveTo>
                <a:lnTo>
                  <a:pt x="8194" y="66773"/>
                </a:lnTo>
                <a:quadBezTo>
                  <a:pt x="4800" y="66675"/>
                  <a:pt x="2469" y="69144"/>
                </a:quadBezTo>
                <a:quadBezTo>
                  <a:pt x="0" y="71475"/>
                  <a:pt x="98" y="74869"/>
                </a:quadBezTo>
                <a:quadBezTo>
                  <a:pt x="0" y="78263"/>
                  <a:pt x="2469" y="80594"/>
                </a:quadBezTo>
                <a:quadBezTo>
                  <a:pt x="4800" y="83063"/>
                  <a:pt x="8194" y="82965"/>
                </a:quadBezTo>
                <a:lnTo>
                  <a:pt x="170119" y="82965"/>
                </a:lnTo>
                <a:quadBezTo>
                  <a:pt x="173513" y="83063"/>
                  <a:pt x="175844" y="80594"/>
                </a:quadBezTo>
                <a:quadBezTo>
                  <a:pt x="178313" y="78263"/>
                  <a:pt x="178215" y="74869"/>
                </a:quadBezTo>
                <a:quadBezTo>
                  <a:pt x="178313" y="71475"/>
                  <a:pt x="175844" y="69144"/>
                </a:quadBezTo>
                <a:quadBezTo>
                  <a:pt x="173513" y="66675"/>
                  <a:pt x="170119" y="66773"/>
                </a:quadBezTo>
                <a:close/>
              </a:path>
            </a:pathLst>
          </a:cu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2963606" y="2320669"/>
            <a:ext cx="73538" cy="54488"/>
          </a:xfrm>
          <a:custGeom>
            <a:avLst/>
            <a:gdLst/>
            <a:ahLst/>
            <a:cxnLst/>
            <a:rect l="0" t="0" r="r" b="b"/>
            <a:pathLst>
              <a:path w="73538" h="54488">
                <a:moveTo>
                  <a:pt x="27244" y="34844"/>
                </a:moveTo>
                <a:lnTo>
                  <a:pt x="13919" y="21519"/>
                </a:lnTo>
                <a:quadBezTo>
                  <a:pt x="11588" y="19050"/>
                  <a:pt x="8194" y="19148"/>
                </a:quadBezTo>
                <a:quadBezTo>
                  <a:pt x="4800" y="19050"/>
                  <a:pt x="2469" y="21519"/>
                </a:quadBezTo>
                <a:quadBezTo>
                  <a:pt x="0" y="23850"/>
                  <a:pt x="98" y="27244"/>
                </a:quadBezTo>
                <a:quadBezTo>
                  <a:pt x="0" y="30638"/>
                  <a:pt x="2469" y="32969"/>
                </a:quadBezTo>
                <a:lnTo>
                  <a:pt x="21519" y="52019"/>
                </a:lnTo>
                <a:quadBezTo>
                  <a:pt x="23850" y="54488"/>
                  <a:pt x="27244" y="54390"/>
                </a:quadBezTo>
                <a:quadBezTo>
                  <a:pt x="30638" y="54488"/>
                  <a:pt x="32969" y="52019"/>
                </a:quadBezTo>
                <a:lnTo>
                  <a:pt x="71069" y="13919"/>
                </a:lnTo>
                <a:quadBezTo>
                  <a:pt x="73538" y="11588"/>
                  <a:pt x="73440" y="8194"/>
                </a:quadBezTo>
                <a:quadBezTo>
                  <a:pt x="73538" y="4800"/>
                  <a:pt x="71069" y="2469"/>
                </a:quadBezTo>
                <a:quadBezTo>
                  <a:pt x="68738" y="0"/>
                  <a:pt x="65344" y="98"/>
                </a:quadBezTo>
                <a:quadBezTo>
                  <a:pt x="61950" y="0"/>
                  <a:pt x="59619" y="2469"/>
                </a:quadBezTo>
                <a:lnTo>
                  <a:pt x="27244" y="34844"/>
                </a:lnTo>
                <a:close/>
              </a:path>
            </a:pathLst>
          </a:custGeom>
          <a:solidFill>
            <a:srgbClr val="E8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2752725" y="24669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每日签到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2857500" y="267652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E6464"/>
                </a:solidFill>
                <a:latin typeface="Noto Sans SC"/>
                <a:ea typeface="Noto Sans SC"/>
                <a:cs typeface="Noto Sans SC"/>
              </a:rPr>
              <a:t>去签到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52400" y="31432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历史</a:t>
            </a:r>
          </a:p>
        </p:txBody>
      </p:sp>
      <p:sp>
        <p:nvSpPr>
          <p:cNvPr id="53" name="Rectangle"/>
          <p:cNvSpPr/>
          <p:nvPr/>
        </p:nvSpPr>
        <p:spPr>
          <a:xfrm>
            <a:off x="209550" y="3390900"/>
            <a:ext cx="171450" cy="23813"/>
          </a:xfrm>
          <a:prstGeom prst="roundRect">
            <a:avLst>
              <a:gd name="adj" fmla="val 50000"/>
            </a:avLst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628650" y="3181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收藏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1104900" y="3181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点赞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581150" y="3181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预约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2057400" y="3181350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追更</a:t>
            </a:r>
          </a:p>
        </p:txBody>
      </p:sp>
      <p:sp>
        <p:nvSpPr>
          <p:cNvPr id="58" name="Ellipse"/>
          <p:cNvSpPr/>
          <p:nvPr/>
        </p:nvSpPr>
        <p:spPr>
          <a:xfrm>
            <a:off x="3095625" y="3190875"/>
            <a:ext cx="100013" cy="100013"/>
          </a:xfrm>
          <a:prstGeom prst="ellipse">
            <a:avLst/>
          </a:prstGeom>
          <a:noFill/>
          <a:ln w="19050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9" name="Path"/>
          <p:cNvSpPr/>
          <p:nvPr/>
        </p:nvSpPr>
        <p:spPr>
          <a:xfrm>
            <a:off x="3175282" y="3270532"/>
            <a:ext cx="51427" cy="51427"/>
          </a:xfrm>
          <a:custGeom>
            <a:avLst/>
            <a:gdLst/>
            <a:ahLst/>
            <a:cxnLst/>
            <a:rect l="0" t="0" r="r" b="b"/>
            <a:pathLst>
              <a:path w="51427" h="51427">
                <a:moveTo>
                  <a:pt x="48522" y="35052"/>
                </a:moveTo>
                <a:lnTo>
                  <a:pt x="16375" y="2905"/>
                </a:lnTo>
                <a:quadBezTo>
                  <a:pt x="13633" y="0"/>
                  <a:pt x="9640" y="115"/>
                </a:quadBezTo>
                <a:quadBezTo>
                  <a:pt x="5647" y="0"/>
                  <a:pt x="2905" y="2905"/>
                </a:quadBezTo>
                <a:quadBezTo>
                  <a:pt x="0" y="5647"/>
                  <a:pt x="115" y="9640"/>
                </a:quadBezTo>
                <a:quadBezTo>
                  <a:pt x="0" y="13633"/>
                  <a:pt x="2905" y="16375"/>
                </a:quadBezTo>
                <a:lnTo>
                  <a:pt x="35052" y="48522"/>
                </a:lnTo>
                <a:quadBezTo>
                  <a:pt x="37794" y="51427"/>
                  <a:pt x="41787" y="51312"/>
                </a:quadBezTo>
                <a:quadBezTo>
                  <a:pt x="45780" y="51427"/>
                  <a:pt x="48522" y="48522"/>
                </a:quadBezTo>
                <a:quadBezTo>
                  <a:pt x="51427" y="45780"/>
                  <a:pt x="51312" y="41787"/>
                </a:quadBezTo>
                <a:quadBezTo>
                  <a:pt x="51427" y="37794"/>
                  <a:pt x="48522" y="35052"/>
                </a:quadBez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"/>
          <p:cNvSpPr/>
          <p:nvPr/>
        </p:nvSpPr>
        <p:spPr>
          <a:xfrm>
            <a:off x="152400" y="3600450"/>
            <a:ext cx="457200" cy="2476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6474D"/>
              </a:gs>
              <a:gs pos="100000">
                <a:srgbClr val="BF293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266700" y="3648075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全部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819150" y="3648075"/>
            <a:ext cx="35718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已看完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1390650" y="3648075"/>
            <a:ext cx="35718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未看完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2552700" y="3648075"/>
            <a:ext cx="238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筛选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2933700" y="3648075"/>
            <a:ext cx="238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38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编辑</a:t>
            </a:r>
          </a:p>
        </p:txBody>
      </p:sp>
      <p:pic>
        <p:nvPicPr>
          <p:cNvPr id="6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000500"/>
            <a:ext cx="971550" cy="1295400"/>
          </a:xfrm>
          <a:prstGeom prst="rect">
            <a:avLst/>
          </a:prstGeom>
        </p:spPr>
      </p:pic>
      <p:sp>
        <p:nvSpPr>
          <p:cNvPr id="67" name="Rectangle"/>
          <p:cNvSpPr/>
          <p:nvPr/>
        </p:nvSpPr>
        <p:spPr>
          <a:xfrm>
            <a:off x="209550" y="4057650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266700" y="4076700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完结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152400" y="5343525"/>
            <a:ext cx="71381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Apron Down, Hornbook Up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152400" y="5657850"/>
            <a:ext cx="55314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12集/共74集</a:t>
            </a:r>
          </a:p>
        </p:txBody>
      </p:sp>
      <p:pic>
        <p:nvPicPr>
          <p:cNvPr id="71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00500"/>
            <a:ext cx="971550" cy="1295400"/>
          </a:xfrm>
          <a:prstGeom prst="rect">
            <a:avLst/>
          </a:prstGeom>
        </p:spPr>
      </p:pic>
      <p:sp>
        <p:nvSpPr>
          <p:cNvPr id="72" name="Rectangle"/>
          <p:cNvSpPr/>
          <p:nvPr/>
        </p:nvSpPr>
        <p:spPr>
          <a:xfrm>
            <a:off x="1276350" y="4057650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1333500" y="4076700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热播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1219200" y="5343525"/>
            <a:ext cx="8374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My Wife's Fake Amnesia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1219200" y="5657850"/>
            <a:ext cx="515982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3集/共70集</a:t>
            </a:r>
          </a:p>
        </p:txBody>
      </p:sp>
      <p:pic>
        <p:nvPicPr>
          <p:cNvPr id="76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000500"/>
            <a:ext cx="971550" cy="1295400"/>
          </a:xfrm>
          <a:prstGeom prst="rect">
            <a:avLst/>
          </a:prstGeom>
        </p:spPr>
      </p:pic>
      <p:sp>
        <p:nvSpPr>
          <p:cNvPr id="77" name="Rectangle"/>
          <p:cNvSpPr/>
          <p:nvPr/>
        </p:nvSpPr>
        <p:spPr>
          <a:xfrm>
            <a:off x="2343150" y="4057650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"/>
          <p:cNvSpPr txBox="1"/>
          <p:nvPr/>
        </p:nvSpPr>
        <p:spPr>
          <a:xfrm>
            <a:off x="2400300" y="4076700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独家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2286000" y="5343525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zh-CN" sz="863">
                <a:solidFill>
                  <a:srgbClr val="F2ECEC"/>
                </a:solidFill>
                <a:latin typeface="Noto Sans SC Bold"/>
                <a:ea typeface="Noto Sans SC Bold"/>
                <a:cs typeface="Noto Sans SC Bold"/>
              </a:rPr>
              <a:t>穿成黑帮老大后，我把自己睡了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2286000" y="5657850"/>
            <a:ext cx="566477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10集/共64集</a:t>
            </a:r>
          </a:p>
        </p:txBody>
      </p:sp>
      <p:pic>
        <p:nvPicPr>
          <p:cNvPr id="81" name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5953125"/>
            <a:ext cx="971550" cy="1295400"/>
          </a:xfrm>
          <a:prstGeom prst="rect">
            <a:avLst/>
          </a:prstGeom>
        </p:spPr>
      </p:pic>
      <p:sp>
        <p:nvSpPr>
          <p:cNvPr id="82" name="Rectangle"/>
          <p:cNvSpPr/>
          <p:nvPr/>
        </p:nvSpPr>
        <p:spPr>
          <a:xfrm>
            <a:off x="209550" y="6010275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266700" y="6029325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新剧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152400" y="7296150"/>
            <a:ext cx="991721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The Secret Recipe to Snatch a Billionaire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152400" y="7610475"/>
            <a:ext cx="49542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1集/共55集</a:t>
            </a:r>
          </a:p>
        </p:txBody>
      </p:sp>
      <p:pic>
        <p:nvPicPr>
          <p:cNvPr id="86" name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5953125"/>
            <a:ext cx="971550" cy="1295400"/>
          </a:xfrm>
          <a:prstGeom prst="rect">
            <a:avLst/>
          </a:prstGeom>
        </p:spPr>
      </p:pic>
      <p:sp>
        <p:nvSpPr>
          <p:cNvPr id="87" name="Rectangle"/>
          <p:cNvSpPr/>
          <p:nvPr/>
        </p:nvSpPr>
        <p:spPr>
          <a:xfrm>
            <a:off x="1276350" y="6010275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1333500" y="6029325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新剧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1219200" y="7296150"/>
            <a:ext cx="95877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Royal Heir Breaks My Heart In A Warzone</a:t>
            </a:r>
          </a:p>
        </p:txBody>
      </p:sp>
      <p:sp>
        <p:nvSpPr>
          <p:cNvPr id="90" name="TextBox"/>
          <p:cNvSpPr txBox="1"/>
          <p:nvPr/>
        </p:nvSpPr>
        <p:spPr>
          <a:xfrm>
            <a:off x="1219200" y="7610475"/>
            <a:ext cx="52037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0集/共58集</a:t>
            </a:r>
          </a:p>
        </p:txBody>
      </p:sp>
      <p:pic>
        <p:nvPicPr>
          <p:cNvPr id="91" name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5953125"/>
            <a:ext cx="971550" cy="1295400"/>
          </a:xfrm>
          <a:prstGeom prst="rect">
            <a:avLst/>
          </a:prstGeom>
        </p:spPr>
      </p:pic>
      <p:sp>
        <p:nvSpPr>
          <p:cNvPr id="92" name="Rectangle"/>
          <p:cNvSpPr/>
          <p:nvPr/>
        </p:nvSpPr>
        <p:spPr>
          <a:xfrm>
            <a:off x="2343150" y="6010275"/>
            <a:ext cx="295275" cy="171450"/>
          </a:xfrm>
          <a:prstGeom prst="roundRect">
            <a:avLst>
              <a:gd name="adj" fmla="val 27777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"/>
          <p:cNvSpPr txBox="1"/>
          <p:nvPr/>
        </p:nvSpPr>
        <p:spPr>
          <a:xfrm>
            <a:off x="2400300" y="6029325"/>
            <a:ext cx="18097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13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热播</a:t>
            </a:r>
          </a:p>
        </p:txBody>
      </p:sp>
      <p:sp>
        <p:nvSpPr>
          <p:cNvPr id="94" name="TextBox"/>
          <p:cNvSpPr txBox="1"/>
          <p:nvPr/>
        </p:nvSpPr>
        <p:spPr>
          <a:xfrm>
            <a:off x="2286000" y="7296150"/>
            <a:ext cx="70696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050"/>
              </a:lnSpc>
            </a:pPr>
            <a:r>
              <a:rPr lang="en-US" sz="863">
                <a:solidFill>
                  <a:srgbClr val="F2ECEC"/>
                </a:solidFill>
                <a:latin typeface="Inter Bold"/>
                <a:ea typeface="Inter Bold"/>
                <a:cs typeface="Inter Bold"/>
              </a:rPr>
              <a:t>Cohabitating Lover</a:t>
            </a:r>
          </a:p>
        </p:txBody>
      </p:sp>
      <p:sp>
        <p:nvSpPr>
          <p:cNvPr id="95" name="TextBox"/>
          <p:cNvSpPr txBox="1"/>
          <p:nvPr/>
        </p:nvSpPr>
        <p:spPr>
          <a:xfrm>
            <a:off x="2286000" y="7610475"/>
            <a:ext cx="58195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88">
                <a:solidFill>
                  <a:srgbClr val="6E6464"/>
                </a:solidFill>
                <a:latin typeface="Inter"/>
                <a:ea typeface="Inter"/>
                <a:cs typeface="Inter"/>
              </a:rPr>
              <a:t>28集/共62集</a:t>
            </a:r>
          </a:p>
        </p:txBody>
      </p:sp>
      <p:sp>
        <p:nvSpPr>
          <p:cNvPr id="96" name="Rectangle"/>
          <p:cNvSpPr/>
          <p:nvPr/>
        </p:nvSpPr>
        <p:spPr>
          <a:xfrm>
            <a:off x="0" y="8191500"/>
            <a:ext cx="3429000" cy="762000"/>
          </a:xfrm>
          <a:prstGeom prst="rect">
            <a:avLst/>
          </a:prstGeom>
          <a:solidFill>
            <a:srgbClr val="0A08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"/>
          <p:cNvSpPr/>
          <p:nvPr/>
        </p:nvSpPr>
        <p:spPr>
          <a:xfrm>
            <a:off x="0" y="8191500"/>
            <a:ext cx="3429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Path"/>
          <p:cNvSpPr/>
          <p:nvPr/>
        </p:nvSpPr>
        <p:spPr>
          <a:xfrm>
            <a:off x="350193" y="8313036"/>
            <a:ext cx="156864" cy="165746"/>
          </a:xfrm>
          <a:custGeom>
            <a:avLst/>
            <a:gdLst/>
            <a:ahLst/>
            <a:cxnLst/>
            <a:rect l="0" t="0" r="r" b="b"/>
            <a:pathLst>
              <a:path w="156864" h="165746">
                <a:moveTo>
                  <a:pt x="72880" y="2108"/>
                </a:moveTo>
                <a:quadBezTo>
                  <a:pt x="75256" y="0"/>
                  <a:pt x="78432" y="67"/>
                </a:quadBezTo>
                <a:quadBezTo>
                  <a:pt x="81608" y="0"/>
                  <a:pt x="83984" y="2108"/>
                </a:quadBezTo>
                <a:lnTo>
                  <a:pt x="153834" y="61480"/>
                </a:lnTo>
                <a:quadBezTo>
                  <a:pt x="155279" y="62696"/>
                  <a:pt x="156063" y="64414"/>
                </a:quadBezTo>
                <a:quadBezTo>
                  <a:pt x="156864" y="66123"/>
                  <a:pt x="156854" y="68012"/>
                </a:quadBezTo>
                <a:lnTo>
                  <a:pt x="156854" y="148339"/>
                </a:lnTo>
                <a:quadBezTo>
                  <a:pt x="156854" y="155507"/>
                  <a:pt x="151786" y="160575"/>
                </a:quadBezTo>
                <a:quadBezTo>
                  <a:pt x="146718" y="165643"/>
                  <a:pt x="139551" y="165643"/>
                </a:quadBezTo>
                <a:lnTo>
                  <a:pt x="99387" y="165643"/>
                </a:lnTo>
                <a:quadBezTo>
                  <a:pt x="95793" y="165746"/>
                  <a:pt x="93325" y="163132"/>
                </a:quadBezTo>
                <a:quadBezTo>
                  <a:pt x="90711" y="160664"/>
                  <a:pt x="90814" y="157070"/>
                </a:quadBezTo>
                <a:lnTo>
                  <a:pt x="90814" y="118494"/>
                </a:lnTo>
                <a:lnTo>
                  <a:pt x="66049" y="118494"/>
                </a:lnTo>
                <a:lnTo>
                  <a:pt x="66049" y="157070"/>
                </a:lnTo>
                <a:quadBezTo>
                  <a:pt x="66153" y="160664"/>
                  <a:pt x="63539" y="163132"/>
                </a:quadBezTo>
                <a:quadBezTo>
                  <a:pt x="61071" y="165746"/>
                  <a:pt x="57477" y="165643"/>
                </a:quadBezTo>
                <a:lnTo>
                  <a:pt x="17313" y="165643"/>
                </a:lnTo>
                <a:quadBezTo>
                  <a:pt x="10146" y="165643"/>
                  <a:pt x="5078" y="160575"/>
                </a:quadBezTo>
                <a:quadBezTo>
                  <a:pt x="9" y="155507"/>
                  <a:pt x="9" y="148339"/>
                </a:quadBezTo>
                <a:lnTo>
                  <a:pt x="9" y="68012"/>
                </a:lnTo>
                <a:quadBezTo>
                  <a:pt x="0" y="66123"/>
                  <a:pt x="801" y="64414"/>
                </a:quadBezTo>
                <a:quadBezTo>
                  <a:pt x="1585" y="62696"/>
                  <a:pt x="3030" y="61480"/>
                </a:quadBezTo>
                <a:lnTo>
                  <a:pt x="72880" y="2108"/>
                </a:lnTo>
                <a:close/>
                <a:moveTo>
                  <a:pt x="17154" y="71976"/>
                </a:moveTo>
                <a:lnTo>
                  <a:pt x="17154" y="148339"/>
                </a:lnTo>
                <a:quadBezTo>
                  <a:pt x="17154" y="148405"/>
                  <a:pt x="17201" y="148451"/>
                </a:quadBezTo>
                <a:quadBezTo>
                  <a:pt x="17247" y="148498"/>
                  <a:pt x="17313" y="148498"/>
                </a:quadBezTo>
                <a:lnTo>
                  <a:pt x="48904" y="148498"/>
                </a:lnTo>
                <a:lnTo>
                  <a:pt x="48904" y="109922"/>
                </a:lnTo>
                <a:quadBezTo>
                  <a:pt x="48801" y="106328"/>
                  <a:pt x="51415" y="103860"/>
                </a:quadBezTo>
                <a:quadBezTo>
                  <a:pt x="53883" y="101246"/>
                  <a:pt x="57477" y="101349"/>
                </a:quadBezTo>
                <a:lnTo>
                  <a:pt x="99387" y="101349"/>
                </a:lnTo>
                <a:quadBezTo>
                  <a:pt x="102981" y="101246"/>
                  <a:pt x="105449" y="103860"/>
                </a:quadBezTo>
                <a:quadBezTo>
                  <a:pt x="108063" y="106328"/>
                  <a:pt x="107959" y="109922"/>
                </a:quadBezTo>
                <a:lnTo>
                  <a:pt x="107959" y="148498"/>
                </a:lnTo>
                <a:lnTo>
                  <a:pt x="139551" y="148498"/>
                </a:lnTo>
                <a:quadBezTo>
                  <a:pt x="139616" y="148498"/>
                  <a:pt x="139663" y="148452"/>
                </a:quadBezTo>
                <a:quadBezTo>
                  <a:pt x="139709" y="148405"/>
                  <a:pt x="139709" y="148339"/>
                </a:quadBezTo>
                <a:lnTo>
                  <a:pt x="139709" y="71976"/>
                </a:lnTo>
                <a:lnTo>
                  <a:pt x="78432" y="19890"/>
                </a:lnTo>
                <a:lnTo>
                  <a:pt x="17154" y="71976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"/>
          <p:cNvSpPr txBox="1"/>
          <p:nvPr/>
        </p:nvSpPr>
        <p:spPr>
          <a:xfrm>
            <a:off x="333375" y="8524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100" name="Path"/>
          <p:cNvSpPr/>
          <p:nvPr/>
        </p:nvSpPr>
        <p:spPr>
          <a:xfrm>
            <a:off x="1203563" y="8300448"/>
            <a:ext cx="151156" cy="169121"/>
          </a:xfrm>
          <a:custGeom>
            <a:avLst/>
            <a:gdLst/>
            <a:ahLst/>
            <a:cxnLst/>
            <a:rect l="0" t="0" r="r" b="b"/>
            <a:pathLst>
              <a:path w="151156" h="169121">
                <a:moveTo>
                  <a:pt x="63743" y="12278"/>
                </a:moveTo>
                <a:quadBezTo>
                  <a:pt x="67134" y="5566"/>
                  <a:pt x="73989" y="2883"/>
                </a:quadBezTo>
                <a:quadBezTo>
                  <a:pt x="81353" y="0"/>
                  <a:pt x="88356" y="3424"/>
                </a:quadBezTo>
                <a:quadBezTo>
                  <a:pt x="97020" y="7347"/>
                  <a:pt x="100714" y="16584"/>
                </a:quadBezTo>
                <a:quadBezTo>
                  <a:pt x="104254" y="25438"/>
                  <a:pt x="101313" y="34264"/>
                </a:quadBezTo>
                <a:quadBezTo>
                  <a:pt x="101282" y="34358"/>
                  <a:pt x="101248" y="34452"/>
                </a:quadBezTo>
                <a:quadBezTo>
                  <a:pt x="101214" y="34545"/>
                  <a:pt x="101178" y="34638"/>
                </a:quadBezTo>
                <a:lnTo>
                  <a:pt x="93247" y="55041"/>
                </a:lnTo>
                <a:lnTo>
                  <a:pt x="123308" y="55041"/>
                </a:lnTo>
                <a:quadBezTo>
                  <a:pt x="135428" y="54793"/>
                  <a:pt x="143293" y="64234"/>
                </a:quadBezTo>
                <a:quadBezTo>
                  <a:pt x="151156" y="73674"/>
                  <a:pt x="148697" y="85712"/>
                </a:quadBezTo>
                <a:lnTo>
                  <a:pt x="139118" y="136241"/>
                </a:lnTo>
                <a:quadBezTo>
                  <a:pt x="137248" y="145419"/>
                  <a:pt x="130023" y="151201"/>
                </a:quadBezTo>
                <a:quadBezTo>
                  <a:pt x="122797" y="156984"/>
                  <a:pt x="113544" y="156798"/>
                </a:quadBezTo>
                <a:lnTo>
                  <a:pt x="46741" y="156799"/>
                </a:lnTo>
                <a:lnTo>
                  <a:pt x="46741" y="160927"/>
                </a:lnTo>
                <a:quadBezTo>
                  <a:pt x="46839" y="164321"/>
                  <a:pt x="44370" y="166652"/>
                </a:quadBezTo>
                <a:quadBezTo>
                  <a:pt x="42039" y="169121"/>
                  <a:pt x="38645" y="169023"/>
                </a:quadBezTo>
                <a:lnTo>
                  <a:pt x="17697" y="169023"/>
                </a:lnTo>
                <a:quadBezTo>
                  <a:pt x="10366" y="169023"/>
                  <a:pt x="5182" y="163838"/>
                </a:quadBezTo>
                <a:quadBezTo>
                  <a:pt x="0" y="158653"/>
                  <a:pt x="0" y="151322"/>
                </a:quadBezTo>
                <a:lnTo>
                  <a:pt x="0" y="86711"/>
                </a:lnTo>
                <a:quadBezTo>
                  <a:pt x="0" y="79380"/>
                  <a:pt x="5182" y="74196"/>
                </a:quadBezTo>
                <a:quadBezTo>
                  <a:pt x="10366" y="69011"/>
                  <a:pt x="17697" y="69011"/>
                </a:quadBezTo>
                <a:lnTo>
                  <a:pt x="33766" y="69011"/>
                </a:lnTo>
                <a:lnTo>
                  <a:pt x="63743" y="12278"/>
                </a:lnTo>
                <a:close/>
                <a:moveTo>
                  <a:pt x="113870" y="140608"/>
                </a:moveTo>
                <a:quadBezTo>
                  <a:pt x="117259" y="140677"/>
                  <a:pt x="119905" y="138559"/>
                </a:quadBezTo>
                <a:quadBezTo>
                  <a:pt x="122553" y="136440"/>
                  <a:pt x="123209" y="133225"/>
                </a:quadBezTo>
                <a:lnTo>
                  <a:pt x="132832" y="82471"/>
                </a:lnTo>
                <a:quadBezTo>
                  <a:pt x="133734" y="78058"/>
                  <a:pt x="130851" y="74598"/>
                </a:quadBezTo>
                <a:quadBezTo>
                  <a:pt x="127970" y="71140"/>
                  <a:pt x="123308" y="71233"/>
                </a:quadBezTo>
                <a:lnTo>
                  <a:pt x="81413" y="71233"/>
                </a:lnTo>
                <a:quadBezTo>
                  <a:pt x="80660" y="71233"/>
                  <a:pt x="79921" y="71094"/>
                </a:quadBezTo>
                <a:quadBezTo>
                  <a:pt x="79181" y="70956"/>
                  <a:pt x="78479" y="70683"/>
                </a:quadBezTo>
                <a:quadBezTo>
                  <a:pt x="75281" y="69544"/>
                  <a:pt x="74003" y="66398"/>
                </a:quadBezTo>
                <a:quadBezTo>
                  <a:pt x="72546" y="63331"/>
                  <a:pt x="73867" y="60203"/>
                </a:quadBezTo>
                <a:lnTo>
                  <a:pt x="86003" y="28984"/>
                </a:lnTo>
                <a:quadBezTo>
                  <a:pt x="86984" y="25861"/>
                  <a:pt x="85678" y="22596"/>
                </a:quadBezTo>
                <a:quadBezTo>
                  <a:pt x="84394" y="19383"/>
                  <a:pt x="81615" y="18147"/>
                </a:quadBezTo>
                <a:quadBezTo>
                  <a:pt x="81531" y="18110"/>
                  <a:pt x="81448" y="18071"/>
                </a:quadBezTo>
                <a:quadBezTo>
                  <a:pt x="81365" y="18031"/>
                  <a:pt x="81282" y="17990"/>
                </a:quadBezTo>
                <a:quadBezTo>
                  <a:pt x="80639" y="17668"/>
                  <a:pt x="79891" y="17961"/>
                </a:quadBezTo>
                <a:quadBezTo>
                  <a:pt x="78788" y="18393"/>
                  <a:pt x="78181" y="19608"/>
                </a:quadBezTo>
                <a:quadBezTo>
                  <a:pt x="78161" y="19649"/>
                  <a:pt x="78140" y="19689"/>
                </a:quadBezTo>
                <a:quadBezTo>
                  <a:pt x="78119" y="19730"/>
                  <a:pt x="78098" y="19770"/>
                </a:quadBezTo>
                <a:lnTo>
                  <a:pt x="46741" y="79114"/>
                </a:lnTo>
                <a:lnTo>
                  <a:pt x="46741" y="140607"/>
                </a:lnTo>
                <a:lnTo>
                  <a:pt x="113870" y="140608"/>
                </a:lnTo>
                <a:close/>
                <a:moveTo>
                  <a:pt x="17697" y="85203"/>
                </a:moveTo>
                <a:quadBezTo>
                  <a:pt x="17075" y="85203"/>
                  <a:pt x="16634" y="85644"/>
                </a:quadBezTo>
                <a:quadBezTo>
                  <a:pt x="16193" y="86086"/>
                  <a:pt x="16193" y="86711"/>
                </a:quadBezTo>
                <a:lnTo>
                  <a:pt x="16193" y="151322"/>
                </a:lnTo>
                <a:quadBezTo>
                  <a:pt x="16193" y="151948"/>
                  <a:pt x="16634" y="152390"/>
                </a:quadBezTo>
                <a:quadBezTo>
                  <a:pt x="17075" y="152831"/>
                  <a:pt x="17697" y="152831"/>
                </a:quadBezTo>
                <a:lnTo>
                  <a:pt x="30549" y="152831"/>
                </a:lnTo>
                <a:lnTo>
                  <a:pt x="30549" y="85203"/>
                </a:lnTo>
                <a:lnTo>
                  <a:pt x="17697" y="85203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1190625" y="8524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推荐</a:t>
            </a:r>
          </a:p>
        </p:txBody>
      </p:sp>
      <p:sp>
        <p:nvSpPr>
          <p:cNvPr id="102" name="Rectangle"/>
          <p:cNvSpPr/>
          <p:nvPr/>
        </p:nvSpPr>
        <p:spPr>
          <a:xfrm>
            <a:off x="2069783" y="8361839"/>
            <a:ext cx="146685" cy="99536"/>
          </a:xfrm>
          <a:prstGeom prst="roundRect">
            <a:avLst>
              <a:gd name="adj" fmla="val 19138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"/>
          <p:cNvSpPr/>
          <p:nvPr/>
        </p:nvSpPr>
        <p:spPr>
          <a:xfrm>
            <a:off x="2061051" y="8332152"/>
            <a:ext cx="164148" cy="29686"/>
          </a:xfrm>
          <a:prstGeom prst="roundRect">
            <a:avLst>
              <a:gd name="adj" fmla="val 44919"/>
            </a:avLst>
          </a:prstGeom>
          <a:noFill/>
          <a:ln w="16193">
            <a:solidFill>
              <a:srgbClr val="8C848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h"/>
          <p:cNvSpPr/>
          <p:nvPr/>
        </p:nvSpPr>
        <p:spPr>
          <a:xfrm>
            <a:off x="2099266" y="8306933"/>
            <a:ext cx="87715" cy="154441"/>
          </a:xfrm>
          <a:custGeom>
            <a:avLst/>
            <a:gdLst/>
            <a:ahLst/>
            <a:cxnLst/>
            <a:rect l="0" t="0" r="r" b="b"/>
            <a:pathLst>
              <a:path w="87715" h="154441">
                <a:moveTo>
                  <a:pt x="16400" y="35996"/>
                </a:moveTo>
                <a:quadBezTo>
                  <a:pt x="2185" y="33890"/>
                  <a:pt x="952" y="21564"/>
                </a:quadBezTo>
                <a:lnTo>
                  <a:pt x="0" y="12039"/>
                </a:lnTo>
                <a:lnTo>
                  <a:pt x="1725" y="12369"/>
                </a:lnTo>
                <a:quadBezTo>
                  <a:pt x="2996" y="8295"/>
                  <a:pt x="6050" y="5412"/>
                </a:quadBezTo>
                <a:quadBezTo>
                  <a:pt x="11785" y="0"/>
                  <a:pt x="21004" y="1220"/>
                </a:quadBezTo>
                <a:quadBezTo>
                  <a:pt x="28520" y="2215"/>
                  <a:pt x="36173" y="7477"/>
                </a:quadBezTo>
                <a:quadBezTo>
                  <a:pt x="40292" y="10309"/>
                  <a:pt x="43859" y="13987"/>
                </a:quadBezTo>
                <a:quadBezTo>
                  <a:pt x="47425" y="10309"/>
                  <a:pt x="51544" y="7477"/>
                </a:quadBezTo>
                <a:quadBezTo>
                  <a:pt x="59198" y="2215"/>
                  <a:pt x="66714" y="1220"/>
                </a:quadBezTo>
                <a:quadBezTo>
                  <a:pt x="75933" y="0"/>
                  <a:pt x="81668" y="5412"/>
                </a:quadBezTo>
                <a:quadBezTo>
                  <a:pt x="87715" y="11119"/>
                  <a:pt x="86765" y="21564"/>
                </a:quadBezTo>
                <a:quadBezTo>
                  <a:pt x="85431" y="34911"/>
                  <a:pt x="66022" y="35524"/>
                </a:quadBezTo>
                <a:quadBezTo>
                  <a:pt x="60161" y="35709"/>
                  <a:pt x="51003" y="34801"/>
                </a:quadBezTo>
                <a:lnTo>
                  <a:pt x="51003" y="154441"/>
                </a:lnTo>
                <a:lnTo>
                  <a:pt x="36715" y="154441"/>
                </a:lnTo>
                <a:lnTo>
                  <a:pt x="36715" y="34461"/>
                </a:lnTo>
                <a:quadBezTo>
                  <a:pt x="24409" y="37183"/>
                  <a:pt x="16400" y="35996"/>
                </a:quadBezTo>
                <a:close/>
                <a:moveTo>
                  <a:pt x="22483" y="16244"/>
                </a:moveTo>
                <a:quadBezTo>
                  <a:pt x="20751" y="15599"/>
                  <a:pt x="19129" y="15384"/>
                </a:quadBezTo>
                <a:quadBezTo>
                  <a:pt x="18023" y="15238"/>
                  <a:pt x="17252" y="15305"/>
                </a:quadBezTo>
                <a:quadBezTo>
                  <a:pt x="19931" y="15795"/>
                  <a:pt x="22483" y="16244"/>
                </a:quadBezTo>
                <a:close/>
                <a:moveTo>
                  <a:pt x="57285" y="21018"/>
                </a:moveTo>
                <a:quadBezTo>
                  <a:pt x="62125" y="21353"/>
                  <a:pt x="65571" y="21244"/>
                </a:quadBezTo>
                <a:quadBezTo>
                  <a:pt x="70778" y="21079"/>
                  <a:pt x="72549" y="20138"/>
                </a:quadBezTo>
                <a:quadBezTo>
                  <a:pt x="72857" y="16742"/>
                  <a:pt x="71862" y="15803"/>
                </a:quadBezTo>
                <a:quadBezTo>
                  <a:pt x="71070" y="15056"/>
                  <a:pt x="68589" y="15384"/>
                </a:quadBezTo>
                <a:quadBezTo>
                  <a:pt x="64469" y="15929"/>
                  <a:pt x="59639" y="19250"/>
                </a:quadBezTo>
                <a:quadBezTo>
                  <a:pt x="58432" y="20080"/>
                  <a:pt x="57285" y="21018"/>
                </a:quadBezTo>
                <a:close/>
                <a:moveTo>
                  <a:pt x="72642" y="20087"/>
                </a:moveTo>
                <a:quadBezTo>
                  <a:pt x="72681" y="20065"/>
                  <a:pt x="72718" y="20042"/>
                </a:quadBezTo>
                <a:lnTo>
                  <a:pt x="72642" y="20087"/>
                </a:lnTo>
                <a:close/>
              </a:path>
            </a:pathLst>
          </a:custGeom>
          <a:solidFill>
            <a:srgbClr val="8C8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"/>
          <p:cNvSpPr txBox="1"/>
          <p:nvPr/>
        </p:nvSpPr>
        <p:spPr>
          <a:xfrm>
            <a:off x="2047875" y="8524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8C8484"/>
                </a:solidFill>
                <a:latin typeface="Noto Sans SC"/>
                <a:ea typeface="Noto Sans SC"/>
                <a:cs typeface="Noto Sans SC"/>
              </a:rPr>
              <a:t>奖励</a:t>
            </a:r>
          </a:p>
        </p:txBody>
      </p:sp>
      <p:sp>
        <p:nvSpPr>
          <p:cNvPr id="106" name="Ellipse"/>
          <p:cNvSpPr/>
          <p:nvPr/>
        </p:nvSpPr>
        <p:spPr>
          <a:xfrm>
            <a:off x="2965450" y="8323421"/>
            <a:ext cx="69850" cy="69850"/>
          </a:xfrm>
          <a:prstGeom prst="ellipse">
            <a:avLst/>
          </a:pr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Path"/>
          <p:cNvSpPr/>
          <p:nvPr/>
        </p:nvSpPr>
        <p:spPr>
          <a:xfrm>
            <a:off x="2937510" y="8412480"/>
            <a:ext cx="125730" cy="48895"/>
          </a:xfrm>
          <a:custGeom>
            <a:avLst/>
            <a:gdLst/>
            <a:ahLst/>
            <a:cxnLst/>
            <a:rect l="0" t="0" r="r" b="b"/>
            <a:pathLst>
              <a:path w="125730" h="48895">
                <a:moveTo>
                  <a:pt x="0" y="48895"/>
                </a:moveTo>
                <a:cubicBezTo>
                  <a:pt x="7858" y="17463"/>
                  <a:pt x="33179" y="0"/>
                  <a:pt x="62865" y="0"/>
                </a:cubicBezTo>
                <a:cubicBezTo>
                  <a:pt x="92551" y="0"/>
                  <a:pt x="117872" y="17463"/>
                  <a:pt x="125730" y="48895"/>
                </a:cubicBezTo>
                <a:lnTo>
                  <a:pt x="0" y="48895"/>
                </a:lnTo>
                <a:close/>
              </a:path>
            </a:pathLst>
          </a:custGeom>
          <a:solidFill>
            <a:srgbClr val="FF4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2952750" y="8524875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4B3E"/>
                </a:solidFill>
                <a:latin typeface="Noto Sans SC"/>
                <a:ea typeface="Noto Sans SC"/>
                <a:cs typeface="Noto Sans SC"/>
              </a:rPr>
              <a:t>我</a:t>
            </a:r>
          </a:p>
        </p:txBody>
      </p:sp>
      <p:sp>
        <p:nvSpPr>
          <p:cNvPr id="109" name="Rectangle"/>
          <p:cNvSpPr/>
          <p:nvPr/>
        </p:nvSpPr>
        <p:spPr>
          <a:xfrm>
            <a:off x="2838450" y="82677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647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"/>
          <p:cNvSpPr txBox="1"/>
          <p:nvPr/>
        </p:nvSpPr>
        <p:spPr>
          <a:xfrm>
            <a:off x="2886075" y="8286750"/>
            <a:ext cx="36961" cy="104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111" name="Rectangle"/>
          <p:cNvSpPr/>
          <p:nvPr/>
        </p:nvSpPr>
        <p:spPr>
          <a:xfrm>
            <a:off x="1143000" y="87344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